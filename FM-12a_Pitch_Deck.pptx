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64" r:id="rId3"/>
    <p:sldId id="257" r:id="rId4"/>
    <p:sldId id="258" r:id="rId5"/>
    <p:sldId id="259" r:id="rId6"/>
    <p:sldId id="260" r:id="rId7"/>
    <p:sldId id="261" r:id="rId8"/>
    <p:sldId id="262" r:id="rId9"/>
    <p:sldId id="263"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151A40-D3CF-42CB-85CA-2D1ACB4C1950}" v="62" dt="2026-08-25T21:18:25.2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9" d="100"/>
          <a:sy n="79" d="100"/>
        </p:scale>
        <p:origin x="74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harva Kalase" userId="c5cf4162e9e7e41b" providerId="LiveId" clId="{239A39B3-51DA-4A49-9E81-3458705E92C0}"/>
    <pc:docChg chg="undo redo custSel addSld modSld modMainMaster">
      <pc:chgData name="Atharva Kalase" userId="c5cf4162e9e7e41b" providerId="LiveId" clId="{239A39B3-51DA-4A49-9E81-3458705E92C0}" dt="2026-08-25T21:18:25.282" v="571"/>
      <pc:docMkLst>
        <pc:docMk/>
      </pc:docMkLst>
      <pc:sldChg chg="addSp delSp modSp mod modTransition modAnim">
        <pc:chgData name="Atharva Kalase" userId="c5cf4162e9e7e41b" providerId="LiveId" clId="{239A39B3-51DA-4A49-9E81-3458705E92C0}" dt="2026-08-25T21:18:25.282" v="571"/>
        <pc:sldMkLst>
          <pc:docMk/>
          <pc:sldMk cId="0" sldId="256"/>
        </pc:sldMkLst>
        <pc:spChg chg="del">
          <ac:chgData name="Atharva Kalase" userId="c5cf4162e9e7e41b" providerId="LiveId" clId="{239A39B3-51DA-4A49-9E81-3458705E92C0}" dt="2026-08-25T20:14:30.006" v="44" actId="478"/>
          <ac:spMkLst>
            <pc:docMk/>
            <pc:sldMk cId="0" sldId="256"/>
            <ac:spMk id="2" creationId="{00000000-0000-0000-0000-000000000000}"/>
          </ac:spMkLst>
        </pc:spChg>
        <pc:spChg chg="del">
          <ac:chgData name="Atharva Kalase" userId="c5cf4162e9e7e41b" providerId="LiveId" clId="{239A39B3-51DA-4A49-9E81-3458705E92C0}" dt="2026-08-25T20:14:30.006" v="44" actId="478"/>
          <ac:spMkLst>
            <pc:docMk/>
            <pc:sldMk cId="0" sldId="256"/>
            <ac:spMk id="3" creationId="{00000000-0000-0000-0000-000000000000}"/>
          </ac:spMkLst>
        </pc:spChg>
        <pc:spChg chg="del">
          <ac:chgData name="Atharva Kalase" userId="c5cf4162e9e7e41b" providerId="LiveId" clId="{239A39B3-51DA-4A49-9E81-3458705E92C0}" dt="2026-08-25T20:14:30.006" v="44" actId="478"/>
          <ac:spMkLst>
            <pc:docMk/>
            <pc:sldMk cId="0" sldId="256"/>
            <ac:spMk id="5" creationId="{00000000-0000-0000-0000-000000000000}"/>
          </ac:spMkLst>
        </pc:spChg>
        <pc:spChg chg="del">
          <ac:chgData name="Atharva Kalase" userId="c5cf4162e9e7e41b" providerId="LiveId" clId="{239A39B3-51DA-4A49-9E81-3458705E92C0}" dt="2026-08-25T20:14:30.006" v="44" actId="478"/>
          <ac:spMkLst>
            <pc:docMk/>
            <pc:sldMk cId="0" sldId="256"/>
            <ac:spMk id="6" creationId="{00000000-0000-0000-0000-000000000000}"/>
          </ac:spMkLst>
        </pc:spChg>
        <pc:spChg chg="del">
          <ac:chgData name="Atharva Kalase" userId="c5cf4162e9e7e41b" providerId="LiveId" clId="{239A39B3-51DA-4A49-9E81-3458705E92C0}" dt="2026-08-25T20:14:30.006" v="44" actId="478"/>
          <ac:spMkLst>
            <pc:docMk/>
            <pc:sldMk cId="0" sldId="256"/>
            <ac:spMk id="7" creationId="{00000000-0000-0000-0000-000000000000}"/>
          </ac:spMkLst>
        </pc:spChg>
        <pc:spChg chg="del">
          <ac:chgData name="Atharva Kalase" userId="c5cf4162e9e7e41b" providerId="LiveId" clId="{239A39B3-51DA-4A49-9E81-3458705E92C0}" dt="2026-08-25T20:14:30.006" v="44" actId="478"/>
          <ac:spMkLst>
            <pc:docMk/>
            <pc:sldMk cId="0" sldId="256"/>
            <ac:spMk id="8" creationId="{00000000-0000-0000-0000-000000000000}"/>
          </ac:spMkLst>
        </pc:spChg>
        <pc:spChg chg="del">
          <ac:chgData name="Atharva Kalase" userId="c5cf4162e9e7e41b" providerId="LiveId" clId="{239A39B3-51DA-4A49-9E81-3458705E92C0}" dt="2026-08-25T20:14:30.006" v="44" actId="478"/>
          <ac:spMkLst>
            <pc:docMk/>
            <pc:sldMk cId="0" sldId="256"/>
            <ac:spMk id="9" creationId="{00000000-0000-0000-0000-000000000000}"/>
          </ac:spMkLst>
        </pc:spChg>
        <pc:picChg chg="del">
          <ac:chgData name="Atharva Kalase" userId="c5cf4162e9e7e41b" providerId="LiveId" clId="{239A39B3-51DA-4A49-9E81-3458705E92C0}" dt="2026-08-25T20:14:30.006" v="44" actId="478"/>
          <ac:picMkLst>
            <pc:docMk/>
            <pc:sldMk cId="0" sldId="256"/>
            <ac:picMk id="4" creationId="{00000000-0000-0000-0000-000000000000}"/>
          </ac:picMkLst>
        </pc:picChg>
        <pc:picChg chg="add mod">
          <ac:chgData name="Atharva Kalase" userId="c5cf4162e9e7e41b" providerId="LiveId" clId="{239A39B3-51DA-4A49-9E81-3458705E92C0}" dt="2026-08-25T20:14:43.772" v="47" actId="14100"/>
          <ac:picMkLst>
            <pc:docMk/>
            <pc:sldMk cId="0" sldId="256"/>
            <ac:picMk id="10" creationId="{E563A48F-ED27-E180-2076-8E44489DD410}"/>
          </ac:picMkLst>
        </pc:picChg>
      </pc:sldChg>
      <pc:sldChg chg="addSp modSp mod modTransition">
        <pc:chgData name="Atharva Kalase" userId="c5cf4162e9e7e41b" providerId="LiveId" clId="{239A39B3-51DA-4A49-9E81-3458705E92C0}" dt="2026-08-25T21:17:33.854" v="565"/>
        <pc:sldMkLst>
          <pc:docMk/>
          <pc:sldMk cId="0" sldId="257"/>
        </pc:sldMkLst>
        <pc:spChg chg="mod">
          <ac:chgData name="Atharva Kalase" userId="c5cf4162e9e7e41b" providerId="LiveId" clId="{239A39B3-51DA-4A49-9E81-3458705E92C0}" dt="2026-08-25T20:14:00.929" v="42" actId="1076"/>
          <ac:spMkLst>
            <pc:docMk/>
            <pc:sldMk cId="0" sldId="257"/>
            <ac:spMk id="4" creationId="{00000000-0000-0000-0000-000000000000}"/>
          </ac:spMkLst>
        </pc:spChg>
        <pc:spChg chg="mod">
          <ac:chgData name="Atharva Kalase" userId="c5cf4162e9e7e41b" providerId="LiveId" clId="{239A39B3-51DA-4A49-9E81-3458705E92C0}" dt="2026-08-25T20:12:00.391" v="2" actId="403"/>
          <ac:spMkLst>
            <pc:docMk/>
            <pc:sldMk cId="0" sldId="257"/>
            <ac:spMk id="5" creationId="{00000000-0000-0000-0000-000000000000}"/>
          </ac:spMkLst>
        </pc:spChg>
        <pc:spChg chg="mod">
          <ac:chgData name="Atharva Kalase" userId="c5cf4162e9e7e41b" providerId="LiveId" clId="{239A39B3-51DA-4A49-9E81-3458705E92C0}" dt="2026-08-25T20:13:39.028" v="35" actId="108"/>
          <ac:spMkLst>
            <pc:docMk/>
            <pc:sldMk cId="0" sldId="257"/>
            <ac:spMk id="6" creationId="{00000000-0000-0000-0000-000000000000}"/>
          </ac:spMkLst>
        </pc:spChg>
        <pc:spChg chg="mod">
          <ac:chgData name="Atharva Kalase" userId="c5cf4162e9e7e41b" providerId="LiveId" clId="{239A39B3-51DA-4A49-9E81-3458705E92C0}" dt="2026-08-25T20:23:36.846" v="150" actId="108"/>
          <ac:spMkLst>
            <pc:docMk/>
            <pc:sldMk cId="0" sldId="257"/>
            <ac:spMk id="7" creationId="{00000000-0000-0000-0000-000000000000}"/>
          </ac:spMkLst>
        </pc:spChg>
        <pc:spChg chg="mod">
          <ac:chgData name="Atharva Kalase" userId="c5cf4162e9e7e41b" providerId="LiveId" clId="{239A39B3-51DA-4A49-9E81-3458705E92C0}" dt="2026-08-25T20:23:40.806" v="151" actId="108"/>
          <ac:spMkLst>
            <pc:docMk/>
            <pc:sldMk cId="0" sldId="257"/>
            <ac:spMk id="8" creationId="{00000000-0000-0000-0000-000000000000}"/>
          </ac:spMkLst>
        </pc:spChg>
        <pc:spChg chg="mod">
          <ac:chgData name="Atharva Kalase" userId="c5cf4162e9e7e41b" providerId="LiveId" clId="{239A39B3-51DA-4A49-9E81-3458705E92C0}" dt="2026-08-25T20:23:44.616" v="152" actId="108"/>
          <ac:spMkLst>
            <pc:docMk/>
            <pc:sldMk cId="0" sldId="257"/>
            <ac:spMk id="9" creationId="{00000000-0000-0000-0000-000000000000}"/>
          </ac:spMkLst>
        </pc:spChg>
        <pc:spChg chg="mod">
          <ac:chgData name="Atharva Kalase" userId="c5cf4162e9e7e41b" providerId="LiveId" clId="{239A39B3-51DA-4A49-9E81-3458705E92C0}" dt="2026-08-25T20:23:55.417" v="154" actId="20577"/>
          <ac:spMkLst>
            <pc:docMk/>
            <pc:sldMk cId="0" sldId="257"/>
            <ac:spMk id="10" creationId="{00000000-0000-0000-0000-000000000000}"/>
          </ac:spMkLst>
        </pc:spChg>
        <pc:spChg chg="mod">
          <ac:chgData name="Atharva Kalase" userId="c5cf4162e9e7e41b" providerId="LiveId" clId="{239A39B3-51DA-4A49-9E81-3458705E92C0}" dt="2026-08-25T20:12:15.854" v="10" actId="403"/>
          <ac:spMkLst>
            <pc:docMk/>
            <pc:sldMk cId="0" sldId="257"/>
            <ac:spMk id="12" creationId="{00000000-0000-0000-0000-000000000000}"/>
          </ac:spMkLst>
        </pc:spChg>
        <pc:spChg chg="mod">
          <ac:chgData name="Atharva Kalase" userId="c5cf4162e9e7e41b" providerId="LiveId" clId="{239A39B3-51DA-4A49-9E81-3458705E92C0}" dt="2026-08-25T20:12:12.166" v="7" actId="404"/>
          <ac:spMkLst>
            <pc:docMk/>
            <pc:sldMk cId="0" sldId="257"/>
            <ac:spMk id="14" creationId="{00000000-0000-0000-0000-000000000000}"/>
          </ac:spMkLst>
        </pc:spChg>
        <pc:spChg chg="mod">
          <ac:chgData name="Atharva Kalase" userId="c5cf4162e9e7e41b" providerId="LiveId" clId="{239A39B3-51DA-4A49-9E81-3458705E92C0}" dt="2026-08-25T20:12:20.546" v="12" actId="403"/>
          <ac:spMkLst>
            <pc:docMk/>
            <pc:sldMk cId="0" sldId="257"/>
            <ac:spMk id="15" creationId="{00000000-0000-0000-0000-000000000000}"/>
          </ac:spMkLst>
        </pc:spChg>
        <pc:spChg chg="mod">
          <ac:chgData name="Atharva Kalase" userId="c5cf4162e9e7e41b" providerId="LiveId" clId="{239A39B3-51DA-4A49-9E81-3458705E92C0}" dt="2026-08-25T20:24:09.665" v="155" actId="108"/>
          <ac:spMkLst>
            <pc:docMk/>
            <pc:sldMk cId="0" sldId="257"/>
            <ac:spMk id="17" creationId="{00000000-0000-0000-0000-000000000000}"/>
          </ac:spMkLst>
        </pc:spChg>
        <pc:spChg chg="mod">
          <ac:chgData name="Atharva Kalase" userId="c5cf4162e9e7e41b" providerId="LiveId" clId="{239A39B3-51DA-4A49-9E81-3458705E92C0}" dt="2026-08-25T20:24:18.485" v="157" actId="108"/>
          <ac:spMkLst>
            <pc:docMk/>
            <pc:sldMk cId="0" sldId="257"/>
            <ac:spMk id="18" creationId="{00000000-0000-0000-0000-000000000000}"/>
          </ac:spMkLst>
        </pc:spChg>
        <pc:spChg chg="mod">
          <ac:chgData name="Atharva Kalase" userId="c5cf4162e9e7e41b" providerId="LiveId" clId="{239A39B3-51DA-4A49-9E81-3458705E92C0}" dt="2026-08-25T20:24:13.988" v="156" actId="108"/>
          <ac:spMkLst>
            <pc:docMk/>
            <pc:sldMk cId="0" sldId="257"/>
            <ac:spMk id="20" creationId="{00000000-0000-0000-0000-000000000000}"/>
          </ac:spMkLst>
        </pc:spChg>
        <pc:spChg chg="mod">
          <ac:chgData name="Atharva Kalase" userId="c5cf4162e9e7e41b" providerId="LiveId" clId="{239A39B3-51DA-4A49-9E81-3458705E92C0}" dt="2026-08-25T20:24:22.904" v="158" actId="108"/>
          <ac:spMkLst>
            <pc:docMk/>
            <pc:sldMk cId="0" sldId="257"/>
            <ac:spMk id="21" creationId="{00000000-0000-0000-0000-000000000000}"/>
          </ac:spMkLst>
        </pc:spChg>
        <pc:spChg chg="add mod">
          <ac:chgData name="Atharva Kalase" userId="c5cf4162e9e7e41b" providerId="LiveId" clId="{239A39B3-51DA-4A49-9E81-3458705E92C0}" dt="2026-08-25T20:13:44.822" v="37" actId="571"/>
          <ac:spMkLst>
            <pc:docMk/>
            <pc:sldMk cId="0" sldId="257"/>
            <ac:spMk id="22" creationId="{7ED35B95-8206-532F-E221-C1311D7FF104}"/>
          </ac:spMkLst>
        </pc:spChg>
        <pc:spChg chg="add mod">
          <ac:chgData name="Atharva Kalase" userId="c5cf4162e9e7e41b" providerId="LiveId" clId="{239A39B3-51DA-4A49-9E81-3458705E92C0}" dt="2026-08-25T20:23:30.328" v="149" actId="571"/>
          <ac:spMkLst>
            <pc:docMk/>
            <pc:sldMk cId="0" sldId="257"/>
            <ac:spMk id="23" creationId="{909B6D0F-F72C-A82A-5FEB-AD3E8FF2F790}"/>
          </ac:spMkLst>
        </pc:spChg>
        <pc:picChg chg="add">
          <ac:chgData name="Atharva Kalase" userId="c5cf4162e9e7e41b" providerId="LiveId" clId="{239A39B3-51DA-4A49-9E81-3458705E92C0}" dt="2026-08-25T20:53:43.628" v="442" actId="22"/>
          <ac:picMkLst>
            <pc:docMk/>
            <pc:sldMk cId="0" sldId="257"/>
            <ac:picMk id="23" creationId="{64F51786-3790-8880-5CBD-FBEA085FF840}"/>
          </ac:picMkLst>
        </pc:picChg>
      </pc:sldChg>
      <pc:sldChg chg="addSp modSp mod modTransition">
        <pc:chgData name="Atharva Kalase" userId="c5cf4162e9e7e41b" providerId="LiveId" clId="{239A39B3-51DA-4A49-9E81-3458705E92C0}" dt="2026-08-25T21:17:33.854" v="565"/>
        <pc:sldMkLst>
          <pc:docMk/>
          <pc:sldMk cId="0" sldId="258"/>
        </pc:sldMkLst>
        <pc:spChg chg="mod">
          <ac:chgData name="Atharva Kalase" userId="c5cf4162e9e7e41b" providerId="LiveId" clId="{239A39B3-51DA-4A49-9E81-3458705E92C0}" dt="2026-08-25T20:28:35.267" v="175" actId="1076"/>
          <ac:spMkLst>
            <pc:docMk/>
            <pc:sldMk cId="0" sldId="258"/>
            <ac:spMk id="5" creationId="{00000000-0000-0000-0000-000000000000}"/>
          </ac:spMkLst>
        </pc:spChg>
        <pc:spChg chg="mod">
          <ac:chgData name="Atharva Kalase" userId="c5cf4162e9e7e41b" providerId="LiveId" clId="{239A39B3-51DA-4A49-9E81-3458705E92C0}" dt="2026-08-25T20:24:33.207" v="161" actId="403"/>
          <ac:spMkLst>
            <pc:docMk/>
            <pc:sldMk cId="0" sldId="258"/>
            <ac:spMk id="6" creationId="{00000000-0000-0000-0000-000000000000}"/>
          </ac:spMkLst>
        </pc:spChg>
        <pc:spChg chg="mod">
          <ac:chgData name="Atharva Kalase" userId="c5cf4162e9e7e41b" providerId="LiveId" clId="{239A39B3-51DA-4A49-9E81-3458705E92C0}" dt="2026-08-25T20:28:14.565" v="166" actId="1076"/>
          <ac:spMkLst>
            <pc:docMk/>
            <pc:sldMk cId="0" sldId="258"/>
            <ac:spMk id="9" creationId="{00000000-0000-0000-0000-000000000000}"/>
          </ac:spMkLst>
        </pc:spChg>
        <pc:spChg chg="mod">
          <ac:chgData name="Atharva Kalase" userId="c5cf4162e9e7e41b" providerId="LiveId" clId="{239A39B3-51DA-4A49-9E81-3458705E92C0}" dt="2026-08-25T20:28:32.245" v="173" actId="1076"/>
          <ac:spMkLst>
            <pc:docMk/>
            <pc:sldMk cId="0" sldId="258"/>
            <ac:spMk id="12" creationId="{00000000-0000-0000-0000-000000000000}"/>
          </ac:spMkLst>
        </pc:spChg>
        <pc:spChg chg="mod">
          <ac:chgData name="Atharva Kalase" userId="c5cf4162e9e7e41b" providerId="LiveId" clId="{239A39B3-51DA-4A49-9E81-3458705E92C0}" dt="2026-08-25T20:28:38.395" v="176" actId="1076"/>
          <ac:spMkLst>
            <pc:docMk/>
            <pc:sldMk cId="0" sldId="258"/>
            <ac:spMk id="15" creationId="{00000000-0000-0000-0000-000000000000}"/>
          </ac:spMkLst>
        </pc:spChg>
        <pc:picChg chg="add">
          <ac:chgData name="Atharva Kalase" userId="c5cf4162e9e7e41b" providerId="LiveId" clId="{239A39B3-51DA-4A49-9E81-3458705E92C0}" dt="2026-08-25T20:53:42.371" v="441" actId="22"/>
          <ac:picMkLst>
            <pc:docMk/>
            <pc:sldMk cId="0" sldId="258"/>
            <ac:picMk id="17" creationId="{8F304BE4-6983-48FE-7F1C-DBFBF52084B6}"/>
          </ac:picMkLst>
        </pc:picChg>
      </pc:sldChg>
      <pc:sldChg chg="addSp modSp mod modTransition">
        <pc:chgData name="Atharva Kalase" userId="c5cf4162e9e7e41b" providerId="LiveId" clId="{239A39B3-51DA-4A49-9E81-3458705E92C0}" dt="2026-08-25T21:17:33.854" v="565"/>
        <pc:sldMkLst>
          <pc:docMk/>
          <pc:sldMk cId="0" sldId="259"/>
        </pc:sldMkLst>
        <pc:spChg chg="mod">
          <ac:chgData name="Atharva Kalase" userId="c5cf4162e9e7e41b" providerId="LiveId" clId="{239A39B3-51DA-4A49-9E81-3458705E92C0}" dt="2026-08-25T20:28:47.882" v="179" actId="403"/>
          <ac:spMkLst>
            <pc:docMk/>
            <pc:sldMk cId="0" sldId="259"/>
            <ac:spMk id="7" creationId="{00000000-0000-0000-0000-000000000000}"/>
          </ac:spMkLst>
        </pc:spChg>
        <pc:spChg chg="mod">
          <ac:chgData name="Atharva Kalase" userId="c5cf4162e9e7e41b" providerId="LiveId" clId="{239A39B3-51DA-4A49-9E81-3458705E92C0}" dt="2026-08-25T20:29:17.116" v="186" actId="1076"/>
          <ac:spMkLst>
            <pc:docMk/>
            <pc:sldMk cId="0" sldId="259"/>
            <ac:spMk id="8" creationId="{00000000-0000-0000-0000-000000000000}"/>
          </ac:spMkLst>
        </pc:spChg>
        <pc:spChg chg="mod">
          <ac:chgData name="Atharva Kalase" userId="c5cf4162e9e7e41b" providerId="LiveId" clId="{239A39B3-51DA-4A49-9E81-3458705E92C0}" dt="2026-08-25T20:29:21.292" v="188" actId="403"/>
          <ac:spMkLst>
            <pc:docMk/>
            <pc:sldMk cId="0" sldId="259"/>
            <ac:spMk id="9" creationId="{00000000-0000-0000-0000-000000000000}"/>
          </ac:spMkLst>
        </pc:spChg>
        <pc:spChg chg="mod">
          <ac:chgData name="Atharva Kalase" userId="c5cf4162e9e7e41b" providerId="LiveId" clId="{239A39B3-51DA-4A49-9E81-3458705E92C0}" dt="2026-08-25T20:28:52.589" v="180" actId="108"/>
          <ac:spMkLst>
            <pc:docMk/>
            <pc:sldMk cId="0" sldId="259"/>
            <ac:spMk id="13" creationId="{00000000-0000-0000-0000-000000000000}"/>
          </ac:spMkLst>
        </pc:spChg>
        <pc:spChg chg="mod">
          <ac:chgData name="Atharva Kalase" userId="c5cf4162e9e7e41b" providerId="LiveId" clId="{239A39B3-51DA-4A49-9E81-3458705E92C0}" dt="2026-08-25T20:29:57.028" v="202" actId="1076"/>
          <ac:spMkLst>
            <pc:docMk/>
            <pc:sldMk cId="0" sldId="259"/>
            <ac:spMk id="14" creationId="{00000000-0000-0000-0000-000000000000}"/>
          </ac:spMkLst>
        </pc:spChg>
        <pc:spChg chg="mod">
          <ac:chgData name="Atharva Kalase" userId="c5cf4162e9e7e41b" providerId="LiveId" clId="{239A39B3-51DA-4A49-9E81-3458705E92C0}" dt="2026-08-25T20:29:53.363" v="201" actId="1076"/>
          <ac:spMkLst>
            <pc:docMk/>
            <pc:sldMk cId="0" sldId="259"/>
            <ac:spMk id="15" creationId="{00000000-0000-0000-0000-000000000000}"/>
          </ac:spMkLst>
        </pc:spChg>
        <pc:spChg chg="mod">
          <ac:chgData name="Atharva Kalase" userId="c5cf4162e9e7e41b" providerId="LiveId" clId="{239A39B3-51DA-4A49-9E81-3458705E92C0}" dt="2026-08-25T20:28:55.930" v="181" actId="108"/>
          <ac:spMkLst>
            <pc:docMk/>
            <pc:sldMk cId="0" sldId="259"/>
            <ac:spMk id="19" creationId="{00000000-0000-0000-0000-000000000000}"/>
          </ac:spMkLst>
        </pc:spChg>
        <pc:spChg chg="mod">
          <ac:chgData name="Atharva Kalase" userId="c5cf4162e9e7e41b" providerId="LiveId" clId="{239A39B3-51DA-4A49-9E81-3458705E92C0}" dt="2026-08-25T20:30:09.841" v="204" actId="1076"/>
          <ac:spMkLst>
            <pc:docMk/>
            <pc:sldMk cId="0" sldId="259"/>
            <ac:spMk id="20" creationId="{00000000-0000-0000-0000-000000000000}"/>
          </ac:spMkLst>
        </pc:spChg>
        <pc:spChg chg="mod">
          <ac:chgData name="Atharva Kalase" userId="c5cf4162e9e7e41b" providerId="LiveId" clId="{239A39B3-51DA-4A49-9E81-3458705E92C0}" dt="2026-08-25T20:29:48.086" v="200" actId="403"/>
          <ac:spMkLst>
            <pc:docMk/>
            <pc:sldMk cId="0" sldId="259"/>
            <ac:spMk id="21" creationId="{00000000-0000-0000-0000-000000000000}"/>
          </ac:spMkLst>
        </pc:spChg>
        <pc:spChg chg="mod">
          <ac:chgData name="Atharva Kalase" userId="c5cf4162e9e7e41b" providerId="LiveId" clId="{239A39B3-51DA-4A49-9E81-3458705E92C0}" dt="2026-08-25T20:28:59.047" v="182" actId="108"/>
          <ac:spMkLst>
            <pc:docMk/>
            <pc:sldMk cId="0" sldId="259"/>
            <ac:spMk id="25" creationId="{00000000-0000-0000-0000-000000000000}"/>
          </ac:spMkLst>
        </pc:spChg>
        <pc:spChg chg="mod">
          <ac:chgData name="Atharva Kalase" userId="c5cf4162e9e7e41b" providerId="LiveId" clId="{239A39B3-51DA-4A49-9E81-3458705E92C0}" dt="2026-08-25T20:30:03.678" v="203" actId="1076"/>
          <ac:spMkLst>
            <pc:docMk/>
            <pc:sldMk cId="0" sldId="259"/>
            <ac:spMk id="26" creationId="{00000000-0000-0000-0000-000000000000}"/>
          </ac:spMkLst>
        </pc:spChg>
        <pc:spChg chg="mod">
          <ac:chgData name="Atharva Kalase" userId="c5cf4162e9e7e41b" providerId="LiveId" clId="{239A39B3-51DA-4A49-9E81-3458705E92C0}" dt="2026-08-25T20:29:40.889" v="196" actId="403"/>
          <ac:spMkLst>
            <pc:docMk/>
            <pc:sldMk cId="0" sldId="259"/>
            <ac:spMk id="27" creationId="{00000000-0000-0000-0000-000000000000}"/>
          </ac:spMkLst>
        </pc:spChg>
        <pc:spChg chg="add mod">
          <ac:chgData name="Atharva Kalase" userId="c5cf4162e9e7e41b" providerId="LiveId" clId="{239A39B3-51DA-4A49-9E81-3458705E92C0}" dt="2026-08-25T20:29:12.117" v="185" actId="571"/>
          <ac:spMkLst>
            <pc:docMk/>
            <pc:sldMk cId="0" sldId="259"/>
            <ac:spMk id="28" creationId="{757CB38C-1E91-F651-D821-2EC3E8549278}"/>
          </ac:spMkLst>
        </pc:spChg>
        <pc:picChg chg="add">
          <ac:chgData name="Atharva Kalase" userId="c5cf4162e9e7e41b" providerId="LiveId" clId="{239A39B3-51DA-4A49-9E81-3458705E92C0}" dt="2026-08-25T20:53:40.960" v="440" actId="22"/>
          <ac:picMkLst>
            <pc:docMk/>
            <pc:sldMk cId="0" sldId="259"/>
            <ac:picMk id="30" creationId="{50ED2967-2D15-49E9-A9BA-2848EC71E74B}"/>
          </ac:picMkLst>
        </pc:picChg>
      </pc:sldChg>
      <pc:sldChg chg="addSp delSp modSp mod modTransition">
        <pc:chgData name="Atharva Kalase" userId="c5cf4162e9e7e41b" providerId="LiveId" clId="{239A39B3-51DA-4A49-9E81-3458705E92C0}" dt="2026-08-25T21:17:33.854" v="565"/>
        <pc:sldMkLst>
          <pc:docMk/>
          <pc:sldMk cId="0" sldId="260"/>
        </pc:sldMkLst>
        <pc:spChg chg="mod">
          <ac:chgData name="Atharva Kalase" userId="c5cf4162e9e7e41b" providerId="LiveId" clId="{239A39B3-51DA-4A49-9E81-3458705E92C0}" dt="2026-08-25T20:31:17.997" v="255" actId="1076"/>
          <ac:spMkLst>
            <pc:docMk/>
            <pc:sldMk cId="0" sldId="260"/>
            <ac:spMk id="5" creationId="{00000000-0000-0000-0000-000000000000}"/>
          </ac:spMkLst>
        </pc:spChg>
        <pc:spChg chg="mod">
          <ac:chgData name="Atharva Kalase" userId="c5cf4162e9e7e41b" providerId="LiveId" clId="{239A39B3-51DA-4A49-9E81-3458705E92C0}" dt="2026-08-25T20:31:22.398" v="256" actId="1076"/>
          <ac:spMkLst>
            <pc:docMk/>
            <pc:sldMk cId="0" sldId="260"/>
            <ac:spMk id="6" creationId="{00000000-0000-0000-0000-000000000000}"/>
          </ac:spMkLst>
        </pc:spChg>
        <pc:spChg chg="mod">
          <ac:chgData name="Atharva Kalase" userId="c5cf4162e9e7e41b" providerId="LiveId" clId="{239A39B3-51DA-4A49-9E81-3458705E92C0}" dt="2026-08-25T20:32:21.450" v="320" actId="1076"/>
          <ac:spMkLst>
            <pc:docMk/>
            <pc:sldMk cId="0" sldId="260"/>
            <ac:spMk id="7" creationId="{00000000-0000-0000-0000-000000000000}"/>
          </ac:spMkLst>
        </pc:spChg>
        <pc:spChg chg="mod">
          <ac:chgData name="Atharva Kalase" userId="c5cf4162e9e7e41b" providerId="LiveId" clId="{239A39B3-51DA-4A49-9E81-3458705E92C0}" dt="2026-08-25T20:43:08.227" v="428" actId="404"/>
          <ac:spMkLst>
            <pc:docMk/>
            <pc:sldMk cId="0" sldId="260"/>
            <ac:spMk id="8" creationId="{00000000-0000-0000-0000-000000000000}"/>
          </ac:spMkLst>
        </pc:spChg>
        <pc:spChg chg="mod">
          <ac:chgData name="Atharva Kalase" userId="c5cf4162e9e7e41b" providerId="LiveId" clId="{239A39B3-51DA-4A49-9E81-3458705E92C0}" dt="2026-08-25T20:31:28.556" v="257" actId="1076"/>
          <ac:spMkLst>
            <pc:docMk/>
            <pc:sldMk cId="0" sldId="260"/>
            <ac:spMk id="11" creationId="{00000000-0000-0000-0000-000000000000}"/>
          </ac:spMkLst>
        </pc:spChg>
        <pc:spChg chg="mod">
          <ac:chgData name="Atharva Kalase" userId="c5cf4162e9e7e41b" providerId="LiveId" clId="{239A39B3-51DA-4A49-9E81-3458705E92C0}" dt="2026-08-25T20:31:33.852" v="258" actId="1076"/>
          <ac:spMkLst>
            <pc:docMk/>
            <pc:sldMk cId="0" sldId="260"/>
            <ac:spMk id="12" creationId="{00000000-0000-0000-0000-000000000000}"/>
          </ac:spMkLst>
        </pc:spChg>
        <pc:spChg chg="mod">
          <ac:chgData name="Atharva Kalase" userId="c5cf4162e9e7e41b" providerId="LiveId" clId="{239A39B3-51DA-4A49-9E81-3458705E92C0}" dt="2026-08-25T20:32:27.428" v="322" actId="1076"/>
          <ac:spMkLst>
            <pc:docMk/>
            <pc:sldMk cId="0" sldId="260"/>
            <ac:spMk id="13" creationId="{00000000-0000-0000-0000-000000000000}"/>
          </ac:spMkLst>
        </pc:spChg>
        <pc:spChg chg="mod">
          <ac:chgData name="Atharva Kalase" userId="c5cf4162e9e7e41b" providerId="LiveId" clId="{239A39B3-51DA-4A49-9E81-3458705E92C0}" dt="2026-08-25T20:43:05.458" v="427" actId="404"/>
          <ac:spMkLst>
            <pc:docMk/>
            <pc:sldMk cId="0" sldId="260"/>
            <ac:spMk id="14" creationId="{00000000-0000-0000-0000-000000000000}"/>
          </ac:spMkLst>
        </pc:spChg>
        <pc:spChg chg="mod">
          <ac:chgData name="Atharva Kalase" userId="c5cf4162e9e7e41b" providerId="LiveId" clId="{239A39B3-51DA-4A49-9E81-3458705E92C0}" dt="2026-08-25T20:32:30.944" v="324" actId="1076"/>
          <ac:spMkLst>
            <pc:docMk/>
            <pc:sldMk cId="0" sldId="260"/>
            <ac:spMk id="16" creationId="{00000000-0000-0000-0000-000000000000}"/>
          </ac:spMkLst>
        </pc:spChg>
        <pc:spChg chg="mod">
          <ac:chgData name="Atharva Kalase" userId="c5cf4162e9e7e41b" providerId="LiveId" clId="{239A39B3-51DA-4A49-9E81-3458705E92C0}" dt="2026-08-25T20:31:44.612" v="259" actId="1076"/>
          <ac:spMkLst>
            <pc:docMk/>
            <pc:sldMk cId="0" sldId="260"/>
            <ac:spMk id="17" creationId="{00000000-0000-0000-0000-000000000000}"/>
          </ac:spMkLst>
        </pc:spChg>
        <pc:spChg chg="mod">
          <ac:chgData name="Atharva Kalase" userId="c5cf4162e9e7e41b" providerId="LiveId" clId="{239A39B3-51DA-4A49-9E81-3458705E92C0}" dt="2026-08-25T20:31:58.356" v="295" actId="1035"/>
          <ac:spMkLst>
            <pc:docMk/>
            <pc:sldMk cId="0" sldId="260"/>
            <ac:spMk id="18" creationId="{00000000-0000-0000-0000-000000000000}"/>
          </ac:spMkLst>
        </pc:spChg>
        <pc:spChg chg="mod">
          <ac:chgData name="Atharva Kalase" userId="c5cf4162e9e7e41b" providerId="LiveId" clId="{239A39B3-51DA-4A49-9E81-3458705E92C0}" dt="2026-08-25T20:32:38.566" v="326" actId="1076"/>
          <ac:spMkLst>
            <pc:docMk/>
            <pc:sldMk cId="0" sldId="260"/>
            <ac:spMk id="19" creationId="{00000000-0000-0000-0000-000000000000}"/>
          </ac:spMkLst>
        </pc:spChg>
        <pc:spChg chg="mod">
          <ac:chgData name="Atharva Kalase" userId="c5cf4162e9e7e41b" providerId="LiveId" clId="{239A39B3-51DA-4A49-9E81-3458705E92C0}" dt="2026-08-25T20:43:14.656" v="429" actId="1076"/>
          <ac:spMkLst>
            <pc:docMk/>
            <pc:sldMk cId="0" sldId="260"/>
            <ac:spMk id="20" creationId="{00000000-0000-0000-0000-000000000000}"/>
          </ac:spMkLst>
        </pc:spChg>
        <pc:spChg chg="mod">
          <ac:chgData name="Atharva Kalase" userId="c5cf4162e9e7e41b" providerId="LiveId" clId="{239A39B3-51DA-4A49-9E81-3458705E92C0}" dt="2026-08-25T20:40:57.144" v="393" actId="1076"/>
          <ac:spMkLst>
            <pc:docMk/>
            <pc:sldMk cId="0" sldId="260"/>
            <ac:spMk id="22" creationId="{00000000-0000-0000-0000-000000000000}"/>
          </ac:spMkLst>
        </pc:spChg>
        <pc:spChg chg="mod">
          <ac:chgData name="Atharva Kalase" userId="c5cf4162e9e7e41b" providerId="LiveId" clId="{239A39B3-51DA-4A49-9E81-3458705E92C0}" dt="2026-08-25T20:32:04.499" v="296" actId="1076"/>
          <ac:spMkLst>
            <pc:docMk/>
            <pc:sldMk cId="0" sldId="260"/>
            <ac:spMk id="23" creationId="{00000000-0000-0000-0000-000000000000}"/>
          </ac:spMkLst>
        </pc:spChg>
        <pc:spChg chg="mod">
          <ac:chgData name="Atharva Kalase" userId="c5cf4162e9e7e41b" providerId="LiveId" clId="{239A39B3-51DA-4A49-9E81-3458705E92C0}" dt="2026-08-25T20:32:11.078" v="318" actId="1036"/>
          <ac:spMkLst>
            <pc:docMk/>
            <pc:sldMk cId="0" sldId="260"/>
            <ac:spMk id="24" creationId="{00000000-0000-0000-0000-000000000000}"/>
          </ac:spMkLst>
        </pc:spChg>
        <pc:spChg chg="mod">
          <ac:chgData name="Atharva Kalase" userId="c5cf4162e9e7e41b" providerId="LiveId" clId="{239A39B3-51DA-4A49-9E81-3458705E92C0}" dt="2026-08-25T20:32:45.893" v="328" actId="1076"/>
          <ac:spMkLst>
            <pc:docMk/>
            <pc:sldMk cId="0" sldId="260"/>
            <ac:spMk id="25" creationId="{00000000-0000-0000-0000-000000000000}"/>
          </ac:spMkLst>
        </pc:spChg>
        <pc:spChg chg="mod">
          <ac:chgData name="Atharva Kalase" userId="c5cf4162e9e7e41b" providerId="LiveId" clId="{239A39B3-51DA-4A49-9E81-3458705E92C0}" dt="2026-08-25T20:43:31.853" v="433" actId="1076"/>
          <ac:spMkLst>
            <pc:docMk/>
            <pc:sldMk cId="0" sldId="260"/>
            <ac:spMk id="26" creationId="{00000000-0000-0000-0000-000000000000}"/>
          </ac:spMkLst>
        </pc:spChg>
        <pc:spChg chg="mod">
          <ac:chgData name="Atharva Kalase" userId="c5cf4162e9e7e41b" providerId="LiveId" clId="{239A39B3-51DA-4A49-9E81-3458705E92C0}" dt="2026-08-25T20:43:38.418" v="434" actId="33524"/>
          <ac:spMkLst>
            <pc:docMk/>
            <pc:sldMk cId="0" sldId="260"/>
            <ac:spMk id="27" creationId="{00000000-0000-0000-0000-000000000000}"/>
          </ac:spMkLst>
        </pc:spChg>
        <pc:spChg chg="add mod">
          <ac:chgData name="Atharva Kalase" userId="c5cf4162e9e7e41b" providerId="LiveId" clId="{239A39B3-51DA-4A49-9E81-3458705E92C0}" dt="2026-08-25T20:30:58.144" v="206" actId="571"/>
          <ac:spMkLst>
            <pc:docMk/>
            <pc:sldMk cId="0" sldId="260"/>
            <ac:spMk id="28" creationId="{972930AE-E2FF-ACB1-2F68-A84110B44948}"/>
          </ac:spMkLst>
        </pc:spChg>
        <pc:spChg chg="add mod">
          <ac:chgData name="Atharva Kalase" userId="c5cf4162e9e7e41b" providerId="LiveId" clId="{239A39B3-51DA-4A49-9E81-3458705E92C0}" dt="2026-08-25T20:31:00.128" v="208" actId="571"/>
          <ac:spMkLst>
            <pc:docMk/>
            <pc:sldMk cId="0" sldId="260"/>
            <ac:spMk id="29" creationId="{C049FA96-0099-E9D3-941A-F7E2802C36B2}"/>
          </ac:spMkLst>
        </pc:spChg>
        <pc:spChg chg="add mod">
          <ac:chgData name="Atharva Kalase" userId="c5cf4162e9e7e41b" providerId="LiveId" clId="{239A39B3-51DA-4A49-9E81-3458705E92C0}" dt="2026-08-25T20:42:34.728" v="421" actId="571"/>
          <ac:spMkLst>
            <pc:docMk/>
            <pc:sldMk cId="0" sldId="260"/>
            <ac:spMk id="42" creationId="{16A036EA-ED1E-8C4B-589C-389A617A4570}"/>
          </ac:spMkLst>
        </pc:spChg>
        <pc:spChg chg="add mod">
          <ac:chgData name="Atharva Kalase" userId="c5cf4162e9e7e41b" providerId="LiveId" clId="{239A39B3-51DA-4A49-9E81-3458705E92C0}" dt="2026-08-25T20:43:20.111" v="431" actId="571"/>
          <ac:spMkLst>
            <pc:docMk/>
            <pc:sldMk cId="0" sldId="260"/>
            <ac:spMk id="43" creationId="{2C8B2802-C3F6-2F52-DC78-58B4CC9BB9AD}"/>
          </ac:spMkLst>
        </pc:spChg>
        <pc:picChg chg="add del mod">
          <ac:chgData name="Atharva Kalase" userId="c5cf4162e9e7e41b" providerId="LiveId" clId="{239A39B3-51DA-4A49-9E81-3458705E92C0}" dt="2026-08-25T20:35:40.537" v="363" actId="478"/>
          <ac:picMkLst>
            <pc:docMk/>
            <pc:sldMk cId="0" sldId="260"/>
            <ac:picMk id="31" creationId="{C14806EC-E0B0-BCD3-F28D-E1B5C614CEA0}"/>
          </ac:picMkLst>
        </pc:picChg>
        <pc:picChg chg="add mod modCrop">
          <ac:chgData name="Atharva Kalase" userId="c5cf4162e9e7e41b" providerId="LiveId" clId="{239A39B3-51DA-4A49-9E81-3458705E92C0}" dt="2026-08-25T20:38:10.160" v="372" actId="732"/>
          <ac:picMkLst>
            <pc:docMk/>
            <pc:sldMk cId="0" sldId="260"/>
            <ac:picMk id="33" creationId="{ACBCD2C4-605E-FB58-AC56-EAA9E787B0CF}"/>
          </ac:picMkLst>
        </pc:picChg>
        <pc:picChg chg="add del mod">
          <ac:chgData name="Atharva Kalase" userId="c5cf4162e9e7e41b" providerId="LiveId" clId="{239A39B3-51DA-4A49-9E81-3458705E92C0}" dt="2026-08-25T20:40:37.297" v="389" actId="478"/>
          <ac:picMkLst>
            <pc:docMk/>
            <pc:sldMk cId="0" sldId="260"/>
            <ac:picMk id="35" creationId="{ABD3E960-2867-BCC7-1608-0C3EC036CDEE}"/>
          </ac:picMkLst>
        </pc:picChg>
        <pc:picChg chg="add mod modCrop">
          <ac:chgData name="Atharva Kalase" userId="c5cf4162e9e7e41b" providerId="LiveId" clId="{239A39B3-51DA-4A49-9E81-3458705E92C0}" dt="2026-08-25T20:40:40.828" v="390" actId="1076"/>
          <ac:picMkLst>
            <pc:docMk/>
            <pc:sldMk cId="0" sldId="260"/>
            <ac:picMk id="37" creationId="{1DAD997E-19AF-DD0F-9053-B45A9296B9C8}"/>
          </ac:picMkLst>
        </pc:picChg>
        <pc:picChg chg="add mod modCrop">
          <ac:chgData name="Atharva Kalase" userId="c5cf4162e9e7e41b" providerId="LiveId" clId="{239A39B3-51DA-4A49-9E81-3458705E92C0}" dt="2026-08-25T20:41:32.338" v="403" actId="1076"/>
          <ac:picMkLst>
            <pc:docMk/>
            <pc:sldMk cId="0" sldId="260"/>
            <ac:picMk id="39" creationId="{03C99FD7-6A03-D76B-1BD4-B7083BBEE77C}"/>
          </ac:picMkLst>
        </pc:picChg>
        <pc:picChg chg="add mod modCrop">
          <ac:chgData name="Atharva Kalase" userId="c5cf4162e9e7e41b" providerId="LiveId" clId="{239A39B3-51DA-4A49-9E81-3458705E92C0}" dt="2026-08-25T20:42:10.734" v="413" actId="1076"/>
          <ac:picMkLst>
            <pc:docMk/>
            <pc:sldMk cId="0" sldId="260"/>
            <ac:picMk id="41" creationId="{BFC2D1A0-E3AB-D5DA-2724-0E77BB0048E9}"/>
          </ac:picMkLst>
        </pc:picChg>
        <pc:picChg chg="add">
          <ac:chgData name="Atharva Kalase" userId="c5cf4162e9e7e41b" providerId="LiveId" clId="{239A39B3-51DA-4A49-9E81-3458705E92C0}" dt="2026-08-25T20:53:39.728" v="439" actId="22"/>
          <ac:picMkLst>
            <pc:docMk/>
            <pc:sldMk cId="0" sldId="260"/>
            <ac:picMk id="45" creationId="{C6CB093F-D808-5667-6C8E-7853DDACB635}"/>
          </ac:picMkLst>
        </pc:picChg>
      </pc:sldChg>
      <pc:sldChg chg="addSp modSp mod modTransition">
        <pc:chgData name="Atharva Kalase" userId="c5cf4162e9e7e41b" providerId="LiveId" clId="{239A39B3-51DA-4A49-9E81-3458705E92C0}" dt="2026-08-25T21:17:33.854" v="565"/>
        <pc:sldMkLst>
          <pc:docMk/>
          <pc:sldMk cId="0" sldId="261"/>
        </pc:sldMkLst>
        <pc:spChg chg="mod">
          <ac:chgData name="Atharva Kalase" userId="c5cf4162e9e7e41b" providerId="LiveId" clId="{239A39B3-51DA-4A49-9E81-3458705E92C0}" dt="2026-08-25T20:59:41.368" v="457" actId="1035"/>
          <ac:spMkLst>
            <pc:docMk/>
            <pc:sldMk cId="0" sldId="261"/>
            <ac:spMk id="6" creationId="{00000000-0000-0000-0000-000000000000}"/>
          </ac:spMkLst>
        </pc:spChg>
        <pc:spChg chg="mod">
          <ac:chgData name="Atharva Kalase" userId="c5cf4162e9e7e41b" providerId="LiveId" clId="{239A39B3-51DA-4A49-9E81-3458705E92C0}" dt="2026-08-25T20:59:48.202" v="463" actId="1035"/>
          <ac:spMkLst>
            <pc:docMk/>
            <pc:sldMk cId="0" sldId="261"/>
            <ac:spMk id="8" creationId="{00000000-0000-0000-0000-000000000000}"/>
          </ac:spMkLst>
        </pc:spChg>
        <pc:spChg chg="mod">
          <ac:chgData name="Atharva Kalase" userId="c5cf4162e9e7e41b" providerId="LiveId" clId="{239A39B3-51DA-4A49-9E81-3458705E92C0}" dt="2026-08-25T20:59:54.996" v="480" actId="1035"/>
          <ac:spMkLst>
            <pc:docMk/>
            <pc:sldMk cId="0" sldId="261"/>
            <ac:spMk id="9" creationId="{00000000-0000-0000-0000-000000000000}"/>
          </ac:spMkLst>
        </pc:spChg>
        <pc:spChg chg="mod">
          <ac:chgData name="Atharva Kalase" userId="c5cf4162e9e7e41b" providerId="LiveId" clId="{239A39B3-51DA-4A49-9E81-3458705E92C0}" dt="2026-08-25T21:00:01.621" v="483" actId="403"/>
          <ac:spMkLst>
            <pc:docMk/>
            <pc:sldMk cId="0" sldId="261"/>
            <ac:spMk id="11" creationId="{00000000-0000-0000-0000-000000000000}"/>
          </ac:spMkLst>
        </pc:spChg>
        <pc:spChg chg="mod">
          <ac:chgData name="Atharva Kalase" userId="c5cf4162e9e7e41b" providerId="LiveId" clId="{239A39B3-51DA-4A49-9E81-3458705E92C0}" dt="2026-08-25T21:00:07.093" v="485" actId="403"/>
          <ac:spMkLst>
            <pc:docMk/>
            <pc:sldMk cId="0" sldId="261"/>
            <ac:spMk id="12" creationId="{00000000-0000-0000-0000-000000000000}"/>
          </ac:spMkLst>
        </pc:spChg>
        <pc:spChg chg="mod">
          <ac:chgData name="Atharva Kalase" userId="c5cf4162e9e7e41b" providerId="LiveId" clId="{239A39B3-51DA-4A49-9E81-3458705E92C0}" dt="2026-08-25T21:00:44.592" v="502" actId="1076"/>
          <ac:spMkLst>
            <pc:docMk/>
            <pc:sldMk cId="0" sldId="261"/>
            <ac:spMk id="14" creationId="{00000000-0000-0000-0000-000000000000}"/>
          </ac:spMkLst>
        </pc:spChg>
        <pc:spChg chg="mod">
          <ac:chgData name="Atharva Kalase" userId="c5cf4162e9e7e41b" providerId="LiveId" clId="{239A39B3-51DA-4A49-9E81-3458705E92C0}" dt="2026-08-25T21:00:49.028" v="503" actId="1076"/>
          <ac:spMkLst>
            <pc:docMk/>
            <pc:sldMk cId="0" sldId="261"/>
            <ac:spMk id="15" creationId="{00000000-0000-0000-0000-000000000000}"/>
          </ac:spMkLst>
        </pc:spChg>
        <pc:spChg chg="mod">
          <ac:chgData name="Atharva Kalase" userId="c5cf4162e9e7e41b" providerId="LiveId" clId="{239A39B3-51DA-4A49-9E81-3458705E92C0}" dt="2026-08-25T21:00:28.290" v="494" actId="403"/>
          <ac:spMkLst>
            <pc:docMk/>
            <pc:sldMk cId="0" sldId="261"/>
            <ac:spMk id="17" creationId="{00000000-0000-0000-0000-000000000000}"/>
          </ac:spMkLst>
        </pc:spChg>
        <pc:spChg chg="mod">
          <ac:chgData name="Atharva Kalase" userId="c5cf4162e9e7e41b" providerId="LiveId" clId="{239A39B3-51DA-4A49-9E81-3458705E92C0}" dt="2026-08-25T21:00:54.578" v="504" actId="1076"/>
          <ac:spMkLst>
            <pc:docMk/>
            <pc:sldMk cId="0" sldId="261"/>
            <ac:spMk id="18" creationId="{00000000-0000-0000-0000-000000000000}"/>
          </ac:spMkLst>
        </pc:spChg>
        <pc:picChg chg="add">
          <ac:chgData name="Atharva Kalase" userId="c5cf4162e9e7e41b" providerId="LiveId" clId="{239A39B3-51DA-4A49-9E81-3458705E92C0}" dt="2026-08-25T20:53:38.252" v="438" actId="22"/>
          <ac:picMkLst>
            <pc:docMk/>
            <pc:sldMk cId="0" sldId="261"/>
            <ac:picMk id="20" creationId="{8440A08F-DDD8-7E19-5DCD-EB3D0DC9B6C0}"/>
          </ac:picMkLst>
        </pc:picChg>
      </pc:sldChg>
      <pc:sldChg chg="addSp modSp mod modTransition">
        <pc:chgData name="Atharva Kalase" userId="c5cf4162e9e7e41b" providerId="LiveId" clId="{239A39B3-51DA-4A49-9E81-3458705E92C0}" dt="2026-08-25T21:17:33.854" v="565"/>
        <pc:sldMkLst>
          <pc:docMk/>
          <pc:sldMk cId="0" sldId="262"/>
        </pc:sldMkLst>
        <pc:spChg chg="mod">
          <ac:chgData name="Atharva Kalase" userId="c5cf4162e9e7e41b" providerId="LiveId" clId="{239A39B3-51DA-4A49-9E81-3458705E92C0}" dt="2026-08-25T21:01:06.596" v="509" actId="404"/>
          <ac:spMkLst>
            <pc:docMk/>
            <pc:sldMk cId="0" sldId="262"/>
            <ac:spMk id="7" creationId="{00000000-0000-0000-0000-000000000000}"/>
          </ac:spMkLst>
        </pc:spChg>
        <pc:spChg chg="mod">
          <ac:chgData name="Atharva Kalase" userId="c5cf4162e9e7e41b" providerId="LiveId" clId="{239A39B3-51DA-4A49-9E81-3458705E92C0}" dt="2026-08-25T21:01:46.944" v="517" actId="1076"/>
          <ac:spMkLst>
            <pc:docMk/>
            <pc:sldMk cId="0" sldId="262"/>
            <ac:spMk id="8" creationId="{00000000-0000-0000-0000-000000000000}"/>
          </ac:spMkLst>
        </pc:spChg>
        <pc:spChg chg="mod">
          <ac:chgData name="Atharva Kalase" userId="c5cf4162e9e7e41b" providerId="LiveId" clId="{239A39B3-51DA-4A49-9E81-3458705E92C0}" dt="2026-08-25T21:01:37.325" v="514" actId="108"/>
          <ac:spMkLst>
            <pc:docMk/>
            <pc:sldMk cId="0" sldId="262"/>
            <ac:spMk id="12" creationId="{00000000-0000-0000-0000-000000000000}"/>
          </ac:spMkLst>
        </pc:spChg>
        <pc:spChg chg="mod">
          <ac:chgData name="Atharva Kalase" userId="c5cf4162e9e7e41b" providerId="LiveId" clId="{239A39B3-51DA-4A49-9E81-3458705E92C0}" dt="2026-08-25T21:01:52.299" v="518" actId="108"/>
          <ac:spMkLst>
            <pc:docMk/>
            <pc:sldMk cId="0" sldId="262"/>
            <ac:spMk id="13" creationId="{00000000-0000-0000-0000-000000000000}"/>
          </ac:spMkLst>
        </pc:spChg>
        <pc:spChg chg="mod">
          <ac:chgData name="Atharva Kalase" userId="c5cf4162e9e7e41b" providerId="LiveId" clId="{239A39B3-51DA-4A49-9E81-3458705E92C0}" dt="2026-08-25T21:01:40.768" v="515" actId="108"/>
          <ac:spMkLst>
            <pc:docMk/>
            <pc:sldMk cId="0" sldId="262"/>
            <ac:spMk id="17" creationId="{00000000-0000-0000-0000-000000000000}"/>
          </ac:spMkLst>
        </pc:spChg>
        <pc:spChg chg="mod">
          <ac:chgData name="Atharva Kalase" userId="c5cf4162e9e7e41b" providerId="LiveId" clId="{239A39B3-51DA-4A49-9E81-3458705E92C0}" dt="2026-08-25T21:02:00.328" v="520" actId="108"/>
          <ac:spMkLst>
            <pc:docMk/>
            <pc:sldMk cId="0" sldId="262"/>
            <ac:spMk id="18" creationId="{00000000-0000-0000-0000-000000000000}"/>
          </ac:spMkLst>
        </pc:spChg>
        <pc:spChg chg="mod">
          <ac:chgData name="Atharva Kalase" userId="c5cf4162e9e7e41b" providerId="LiveId" clId="{239A39B3-51DA-4A49-9E81-3458705E92C0}" dt="2026-08-25T21:01:44.035" v="516" actId="108"/>
          <ac:spMkLst>
            <pc:docMk/>
            <pc:sldMk cId="0" sldId="262"/>
            <ac:spMk id="22" creationId="{00000000-0000-0000-0000-000000000000}"/>
          </ac:spMkLst>
        </pc:spChg>
        <pc:spChg chg="mod">
          <ac:chgData name="Atharva Kalase" userId="c5cf4162e9e7e41b" providerId="LiveId" clId="{239A39B3-51DA-4A49-9E81-3458705E92C0}" dt="2026-08-25T21:02:10.284" v="523" actId="108"/>
          <ac:spMkLst>
            <pc:docMk/>
            <pc:sldMk cId="0" sldId="262"/>
            <ac:spMk id="23" creationId="{00000000-0000-0000-0000-000000000000}"/>
          </ac:spMkLst>
        </pc:spChg>
        <pc:spChg chg="add mod">
          <ac:chgData name="Atharva Kalase" userId="c5cf4162e9e7e41b" providerId="LiveId" clId="{239A39B3-51DA-4A49-9E81-3458705E92C0}" dt="2026-08-25T21:01:16.434" v="513" actId="571"/>
          <ac:spMkLst>
            <pc:docMk/>
            <pc:sldMk cId="0" sldId="262"/>
            <ac:spMk id="26" creationId="{1A03A056-B499-EFD4-0A12-F3E991C76467}"/>
          </ac:spMkLst>
        </pc:spChg>
        <pc:spChg chg="add mod">
          <ac:chgData name="Atharva Kalase" userId="c5cf4162e9e7e41b" providerId="LiveId" clId="{239A39B3-51DA-4A49-9E81-3458705E92C0}" dt="2026-08-25T21:02:05.225" v="522" actId="571"/>
          <ac:spMkLst>
            <pc:docMk/>
            <pc:sldMk cId="0" sldId="262"/>
            <ac:spMk id="27" creationId="{2CE3DCD2-9C7A-D291-01DB-0AC25CBA01BD}"/>
          </ac:spMkLst>
        </pc:spChg>
        <pc:picChg chg="add mod">
          <ac:chgData name="Atharva Kalase" userId="c5cf4162e9e7e41b" providerId="LiveId" clId="{239A39B3-51DA-4A49-9E81-3458705E92C0}" dt="2026-08-25T20:53:34.004" v="437" actId="1076"/>
          <ac:picMkLst>
            <pc:docMk/>
            <pc:sldMk cId="0" sldId="262"/>
            <ac:picMk id="25" creationId="{4F473CCC-4FEB-9E43-BB81-8379790FCFE4}"/>
          </ac:picMkLst>
        </pc:picChg>
      </pc:sldChg>
      <pc:sldChg chg="modSp mod modTransition">
        <pc:chgData name="Atharva Kalase" userId="c5cf4162e9e7e41b" providerId="LiveId" clId="{239A39B3-51DA-4A49-9E81-3458705E92C0}" dt="2026-08-25T21:17:33.854" v="565"/>
        <pc:sldMkLst>
          <pc:docMk/>
          <pc:sldMk cId="0" sldId="263"/>
        </pc:sldMkLst>
        <pc:spChg chg="mod">
          <ac:chgData name="Atharva Kalase" userId="c5cf4162e9e7e41b" providerId="LiveId" clId="{239A39B3-51DA-4A49-9E81-3458705E92C0}" dt="2026-08-25T21:02:22.441" v="527" actId="403"/>
          <ac:spMkLst>
            <pc:docMk/>
            <pc:sldMk cId="0" sldId="263"/>
            <ac:spMk id="4" creationId="{00000000-0000-0000-0000-000000000000}"/>
          </ac:spMkLst>
        </pc:spChg>
        <pc:spChg chg="mod">
          <ac:chgData name="Atharva Kalase" userId="c5cf4162e9e7e41b" providerId="LiveId" clId="{239A39B3-51DA-4A49-9E81-3458705E92C0}" dt="2026-08-25T21:02:33.533" v="531" actId="1076"/>
          <ac:spMkLst>
            <pc:docMk/>
            <pc:sldMk cId="0" sldId="263"/>
            <ac:spMk id="5" creationId="{00000000-0000-0000-0000-000000000000}"/>
          </ac:spMkLst>
        </pc:spChg>
        <pc:spChg chg="mod">
          <ac:chgData name="Atharva Kalase" userId="c5cf4162e9e7e41b" providerId="LiveId" clId="{239A39B3-51DA-4A49-9E81-3458705E92C0}" dt="2026-08-25T21:02:42.249" v="535" actId="1076"/>
          <ac:spMkLst>
            <pc:docMk/>
            <pc:sldMk cId="0" sldId="263"/>
            <ac:spMk id="6" creationId="{00000000-0000-0000-0000-000000000000}"/>
          </ac:spMkLst>
        </pc:spChg>
        <pc:spChg chg="mod">
          <ac:chgData name="Atharva Kalase" userId="c5cf4162e9e7e41b" providerId="LiveId" clId="{239A39B3-51DA-4A49-9E81-3458705E92C0}" dt="2026-08-25T21:03:10.428" v="537" actId="1076"/>
          <ac:spMkLst>
            <pc:docMk/>
            <pc:sldMk cId="0" sldId="263"/>
            <ac:spMk id="7" creationId="{00000000-0000-0000-0000-000000000000}"/>
          </ac:spMkLst>
        </pc:spChg>
      </pc:sldChg>
      <pc:sldChg chg="addSp delSp modSp add mod modTransition">
        <pc:chgData name="Atharva Kalase" userId="c5cf4162e9e7e41b" providerId="LiveId" clId="{239A39B3-51DA-4A49-9E81-3458705E92C0}" dt="2026-08-25T21:17:33.854" v="565"/>
        <pc:sldMkLst>
          <pc:docMk/>
          <pc:sldMk cId="4289314418" sldId="264"/>
        </pc:sldMkLst>
        <pc:spChg chg="del">
          <ac:chgData name="Atharva Kalase" userId="c5cf4162e9e7e41b" providerId="LiveId" clId="{239A39B3-51DA-4A49-9E81-3458705E92C0}" dt="2026-08-25T20:16:06.561" v="95" actId="478"/>
          <ac:spMkLst>
            <pc:docMk/>
            <pc:sldMk cId="4289314418" sldId="264"/>
            <ac:spMk id="2" creationId="{FBF1825F-3881-F16F-8FD3-FCC65DA34362}"/>
          </ac:spMkLst>
        </pc:spChg>
        <pc:spChg chg="add del mod">
          <ac:chgData name="Atharva Kalase" userId="c5cf4162e9e7e41b" providerId="LiveId" clId="{239A39B3-51DA-4A49-9E81-3458705E92C0}" dt="2026-08-25T20:19:03.778" v="140" actId="478"/>
          <ac:spMkLst>
            <pc:docMk/>
            <pc:sldMk cId="4289314418" sldId="264"/>
            <ac:spMk id="3" creationId="{4AB5E423-0CC5-0980-CDEA-5E163C2EC7AD}"/>
          </ac:spMkLst>
        </pc:spChg>
        <pc:spChg chg="mod">
          <ac:chgData name="Atharva Kalase" userId="c5cf4162e9e7e41b" providerId="LiveId" clId="{239A39B3-51DA-4A49-9E81-3458705E92C0}" dt="2026-08-25T20:15:16.088" v="55" actId="403"/>
          <ac:spMkLst>
            <pc:docMk/>
            <pc:sldMk cId="4289314418" sldId="264"/>
            <ac:spMk id="6" creationId="{EEC8B8DD-F752-491B-35F6-A9B25CA2916C}"/>
          </ac:spMkLst>
        </pc:spChg>
        <pc:spChg chg="mod">
          <ac:chgData name="Atharva Kalase" userId="c5cf4162e9e7e41b" providerId="LiveId" clId="{239A39B3-51DA-4A49-9E81-3458705E92C0}" dt="2026-08-25T20:23:15.134" v="144" actId="33524"/>
          <ac:spMkLst>
            <pc:docMk/>
            <pc:sldMk cId="4289314418" sldId="264"/>
            <ac:spMk id="9" creationId="{559646D0-7629-FC3A-3D59-96F300482CAA}"/>
          </ac:spMkLst>
        </pc:spChg>
        <pc:spChg chg="add mod">
          <ac:chgData name="Atharva Kalase" userId="c5cf4162e9e7e41b" providerId="LiveId" clId="{239A39B3-51DA-4A49-9E81-3458705E92C0}" dt="2026-08-25T20:23:23.335" v="147" actId="1076"/>
          <ac:spMkLst>
            <pc:docMk/>
            <pc:sldMk cId="4289314418" sldId="264"/>
            <ac:spMk id="11" creationId="{8AFBAE5F-C907-5137-43DA-6C2E730C03E0}"/>
          </ac:spMkLst>
        </pc:spChg>
        <pc:picChg chg="add mod modCrop">
          <ac:chgData name="Atharva Kalase" userId="c5cf4162e9e7e41b" providerId="LiveId" clId="{239A39B3-51DA-4A49-9E81-3458705E92C0}" dt="2026-08-25T20:19:11.976" v="142" actId="14100"/>
          <ac:picMkLst>
            <pc:docMk/>
            <pc:sldMk cId="4289314418" sldId="264"/>
            <ac:picMk id="12" creationId="{814ECA23-2B01-0452-A918-C51419996C58}"/>
          </ac:picMkLst>
        </pc:picChg>
        <pc:picChg chg="add del mod modCrop">
          <ac:chgData name="Atharva Kalase" userId="c5cf4162e9e7e41b" providerId="LiveId" clId="{239A39B3-51DA-4A49-9E81-3458705E92C0}" dt="2026-08-25T20:19:00.020" v="135" actId="22"/>
          <ac:picMkLst>
            <pc:docMk/>
            <pc:sldMk cId="4289314418" sldId="264"/>
            <ac:picMk id="13" creationId="{0DCA8C24-1031-ECEF-2FD6-88F6860C07F2}"/>
          </ac:picMkLst>
        </pc:picChg>
      </pc:sldChg>
      <pc:sldMasterChg chg="modTransition modSldLayout">
        <pc:chgData name="Atharva Kalase" userId="c5cf4162e9e7e41b" providerId="LiveId" clId="{239A39B3-51DA-4A49-9E81-3458705E92C0}" dt="2026-08-25T21:17:33.854" v="565"/>
        <pc:sldMasterMkLst>
          <pc:docMk/>
          <pc:sldMasterMk cId="0" sldId="2147483648"/>
        </pc:sldMasterMkLst>
        <pc:sldLayoutChg chg="modTransition">
          <pc:chgData name="Atharva Kalase" userId="c5cf4162e9e7e41b" providerId="LiveId" clId="{239A39B3-51DA-4A49-9E81-3458705E92C0}" dt="2026-08-25T21:17:33.854" v="565"/>
          <pc:sldLayoutMkLst>
            <pc:docMk/>
            <pc:sldMasterMk cId="0" sldId="2147483648"/>
            <pc:sldLayoutMk cId="0" sldId="2147483649"/>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Exact-match accuracy</c:v>
                </c:pt>
              </c:strCache>
            </c:strRef>
          </c:tx>
          <c:spPr>
            <a:solidFill>
              <a:srgbClr val="2DD4BF"/>
            </a:solidFill>
            <a:effectLst/>
          </c:spPr>
          <c:invertIfNegative val="0"/>
          <c:dPt>
            <c:idx val="0"/>
            <c:invertIfNegative val="0"/>
            <c:bubble3D val="0"/>
            <c:extLst>
              <c:ext xmlns:c16="http://schemas.microsoft.com/office/drawing/2014/chart" uri="{C3380CC4-5D6E-409C-BE32-E72D297353CC}">
                <c16:uniqueId val="{00000001-1C00-466E-A72E-1F9CC588D97B}"/>
              </c:ext>
            </c:extLst>
          </c:dPt>
          <c:dPt>
            <c:idx val="1"/>
            <c:invertIfNegative val="0"/>
            <c:bubble3D val="0"/>
            <c:spPr>
              <a:solidFill>
                <a:srgbClr val="64748B"/>
              </a:solidFill>
              <a:effectLst/>
            </c:spPr>
            <c:extLst>
              <c:ext xmlns:c16="http://schemas.microsoft.com/office/drawing/2014/chart" uri="{C3380CC4-5D6E-409C-BE32-E72D297353CC}">
                <c16:uniqueId val="{00000003-1C00-466E-A72E-1F9CC588D97B}"/>
              </c:ext>
            </c:extLst>
          </c:dPt>
          <c:dLbls>
            <c:numFmt formatCode="#,##0" sourceLinked="0"/>
            <c:spPr>
              <a:noFill/>
              <a:ln>
                <a:noFill/>
              </a:ln>
              <a:effectLst/>
            </c:spPr>
            <c:txPr>
              <a:bodyPr/>
              <a:lstStyle/>
              <a:p>
                <a:pPr>
                  <a:defRPr sz="1200" b="0" i="0" u="none" strike="noStrike">
                    <a:solidFill>
                      <a:srgbClr val="E6EDF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RS-VQA (our 7B, tuned)</c:v>
                </c:pt>
                <c:pt idx="1">
                  <c:v>General model, 4× larger</c:v>
                </c:pt>
              </c:strCache>
            </c:strRef>
          </c:cat>
          <c:val>
            <c:numRef>
              <c:f>Sheet1!$B$2:$B$3</c:f>
              <c:numCache>
                <c:formatCode>General</c:formatCode>
                <c:ptCount val="2"/>
                <c:pt idx="0">
                  <c:v>56.7</c:v>
                </c:pt>
                <c:pt idx="1">
                  <c:v>42.8</c:v>
                </c:pt>
              </c:numCache>
            </c:numRef>
          </c:val>
          <c:extLst>
            <c:ext xmlns:c16="http://schemas.microsoft.com/office/drawing/2014/chart" uri="{C3380CC4-5D6E-409C-BE32-E72D297353CC}">
              <c16:uniqueId val="{00000004-1C00-466E-A72E-1F9CC588D97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E6EDF7"/>
                </a:solidFill>
                <a:latin typeface="Calibri"/>
              </a:defRPr>
            </a:pPr>
            <a:endParaRPr lang="en-US"/>
          </a:p>
        </c:txPr>
        <c:crossAx val="2094734552"/>
        <c:crosses val="autoZero"/>
        <c:auto val="1"/>
        <c:lblAlgn val="ctr"/>
        <c:lblOffset val="100"/>
        <c:noMultiLvlLbl val="1"/>
      </c:catAx>
      <c:valAx>
        <c:axId val="2094734552"/>
        <c:scaling>
          <c:orientation val="minMax"/>
          <c:max val="70"/>
          <c:min val="0"/>
        </c:scaling>
        <c:delete val="0"/>
        <c:axPos val="l"/>
        <c:majorGridlines>
          <c:spPr>
            <a:ln w="12700" cap="flat">
              <a:solidFill>
                <a:srgbClr val="26324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FB0CC"/>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9207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Open strong, look up, don't touch the laptop. "This is RS-VQA. In one line: ask satellite imagery anything — and trust the answer. It's an AI that answers plain-language questions about satellite images, shows you the exact objects behind each answer, and — unlike most AI — it knows when to say 'I'm not sure.' Let me show you why that last part changes everything."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D5270-03D0-8E1A-D9C5-DEAA456855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02A129-597D-A38B-1D57-FA5D0788DF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ECC70E-9707-7365-ED53-8CEA700216B1}"/>
              </a:ext>
            </a:extLst>
          </p:cNvPr>
          <p:cNvSpPr>
            <a:spLocks noGrp="1"/>
          </p:cNvSpPr>
          <p:nvPr>
            <p:ph type="body" idx="1"/>
          </p:nvPr>
        </p:nvSpPr>
        <p:spPr/>
        <p:txBody>
          <a:bodyPr/>
          <a:lstStyle/>
          <a:p>
            <a:r>
              <a:rPr lang="en-US" dirty="0"/>
              <a:t>[0:00–0:30] Open strong, look up, don't touch the laptop. "This is RS-VQA. In one line: ask satellite imagery anything — and trust the answer. It's an AI that answers plain-language questions about satellite images, shows you the exact objects behind each answer, and — unlike most AI — it knows when to say 'I'm not sure.' Let me show you why that last part changes everything."</a:t>
            </a:r>
          </a:p>
        </p:txBody>
      </p:sp>
      <p:sp>
        <p:nvSpPr>
          <p:cNvPr id="4" name="Slide Number Placeholder 3">
            <a:extLst>
              <a:ext uri="{FF2B5EF4-FFF2-40B4-BE49-F238E27FC236}">
                <a16:creationId xmlns:a16="http://schemas.microsoft.com/office/drawing/2014/main" id="{A1933BC8-BE55-87C8-18CE-0133EDE274B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788588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[0:30–1:00] "General AI looks impressive — but on overhead satellite imagery it's unreliable. It invents objects, miscounts them, and answers with total confidence even when it's wrong. That's fine for a chatbot. It's dangerous for the people who actually rely on satellite imagery — disaster teams counting stranded boats, agriculture, defence. For them, a confident wrong answer costs time, money, and sometimes lives. The blocker to using AI here isn't intelligence — it's trust."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[1:00–1:30] "Our answer is not a bigger, general model — it's a focused specialist. RS-VQA does three things. One: it answers plain-language questions about a satellite image — anyone can use it, no GIS skills. Two: it shows its evidence — it overlays the objects it detected, so you can see what the answer is based on. And three, the important one: it abstains when the evidence doesn't back up the answer, instead of guessing. And it all runs on a single laptop — nothing leaves the building."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[1:30–2:15] Slow down — this is the core. "Four features, and each earns its place. Ask in plain language — natural questions, so anyone can use it, no specialist tools. Answer with visible evidence — it draws the objects it saw, so people verify rather than blindly trust; that's essential when a decision rides on it. Knows when to abstain — it flags and declines likely-wrong answers at high precision, so it avoids the costly confident mistake. And fully local — it runs on a laptop, offline, in 4-bit: your imagery never leaves site, and there's no per-query cost. Together these turn a clever demo into something you can actually deploy."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[2:15–2:45] Walk left to right. "The experience is dead simple. Upload an image. Ask a question in plain English. You get a clear answer — with the objects it detected drawn right on the image. And behind the scenes, a trust check quietly abstains if the evidence doesn't line up. Four steps, no expertise, and the heavy lifting is invisible to the user. In the live demo you'll see the answer and the boxes appear together in one click."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[2:45–3:20] "Here's the headline. Our specialised model, tuned for satellite imagery and running on a laptop, scores higher than a general model four times its size. The lesson: domain fit beats raw scale. On top of accuracy, we're reliable by design — we abstain instead of hallucinating. We're private and on-device — nothing goes to the cloud. And this isn't a cherry-picked number: two independent scoring methods agree on the ranking. Bigger isn't better here — fit-for-purpose 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[3:20–3:50] "So what do you actually get? Answers you can trust — backed by evidence, and honest when uncertain. Speed to deploy — it runs today on a laptop, and it adapts to a new type of imagery in under an hour. Privacy by default — your imagery stays with you. And it scales cheaply — because there are no per-query cloud fees, your cost doesn't balloon as usage grows. Practical value on day one, not a science project."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[3:50–4:20] Slow, confident, then stop. "Let me leave you with one line: trust is the feature. RS-VQA answers questions about satellite imagery, shows its evidence, and knows when to abstain — privately, on a laptop, with no per-query cost. The next step is a remote-sensing-tuned detector to sharpen the evidence, and a pilot on real imagery. So my question back to you is: where would reliable satellite Q&amp;A create the most value for you?" — then stop talking and let them respond.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p:fade/>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ransition>
    <p:fade/>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a:effectLst/>
      </p:bgPr>
    </p:bg>
    <p:spTree>
      <p:nvGrpSpPr>
        <p:cNvPr id="1" name=""/>
        <p:cNvGrpSpPr/>
        <p:nvPr/>
      </p:nvGrpSpPr>
      <p:grpSpPr>
        <a:xfrm>
          <a:off x="0" y="0"/>
          <a:ext cx="0" cy="0"/>
          <a:chOff x="0" y="0"/>
          <a:chExt cx="0" cy="0"/>
        </a:xfrm>
      </p:grpSpPr>
      <p:pic>
        <p:nvPicPr>
          <p:cNvPr id="10" name="add_project_title_with_logo_at">
            <a:hlinkClick r:id="" action="ppaction://media"/>
            <a:extLst>
              <a:ext uri="{FF2B5EF4-FFF2-40B4-BE49-F238E27FC236}">
                <a16:creationId xmlns:a16="http://schemas.microsoft.com/office/drawing/2014/main" id="{E563A48F-ED27-E180-2076-8E44489DD410}"/>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06"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a:extLst>
            <a:ext uri="{FF2B5EF4-FFF2-40B4-BE49-F238E27FC236}">
              <a16:creationId xmlns:a16="http://schemas.microsoft.com/office/drawing/2014/main" id="{10DD5B1B-5D28-7F6D-1EEB-5FFD0AE08E64}"/>
            </a:ext>
          </a:extLst>
        </p:cNvPr>
        <p:cNvGrpSpPr/>
        <p:nvPr/>
      </p:nvGrpSpPr>
      <p:grpSpPr>
        <a:xfrm>
          <a:off x="0" y="0"/>
          <a:ext cx="0" cy="0"/>
          <a:chOff x="0" y="0"/>
          <a:chExt cx="0" cy="0"/>
        </a:xfrm>
      </p:grpSpPr>
      <p:pic>
        <p:nvPicPr>
          <p:cNvPr id="4" name="Image 0" descr="/sessions/great-eloquent-pascal/mnt/project/FM12A/logo/RSVQA_icon_1024.png">
            <a:extLst>
              <a:ext uri="{FF2B5EF4-FFF2-40B4-BE49-F238E27FC236}">
                <a16:creationId xmlns:a16="http://schemas.microsoft.com/office/drawing/2014/main" id="{02DAB10C-DC67-1937-AA57-A25A2154D9AB}"/>
              </a:ext>
            </a:extLst>
          </p:cNvPr>
          <p:cNvPicPr>
            <a:picLocks noChangeAspect="1"/>
          </p:cNvPicPr>
          <p:nvPr/>
        </p:nvPicPr>
        <p:blipFill>
          <a:blip r:embed="rId3"/>
          <a:stretch>
            <a:fillRect/>
          </a:stretch>
        </p:blipFill>
        <p:spPr>
          <a:xfrm>
            <a:off x="640080" y="1097280"/>
            <a:ext cx="1554480" cy="1554480"/>
          </a:xfrm>
          <a:prstGeom prst="rect">
            <a:avLst/>
          </a:prstGeom>
        </p:spPr>
      </p:pic>
      <p:sp>
        <p:nvSpPr>
          <p:cNvPr id="5" name="Text 2">
            <a:extLst>
              <a:ext uri="{FF2B5EF4-FFF2-40B4-BE49-F238E27FC236}">
                <a16:creationId xmlns:a16="http://schemas.microsoft.com/office/drawing/2014/main" id="{C7B1406E-51A5-1981-87F9-9B32D5EB2459}"/>
              </a:ext>
            </a:extLst>
          </p:cNvPr>
          <p:cNvSpPr/>
          <p:nvPr/>
        </p:nvSpPr>
        <p:spPr>
          <a:xfrm>
            <a:off x="2331720" y="1234440"/>
            <a:ext cx="5486400" cy="82296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RS·VQA</a:t>
            </a:r>
            <a:endParaRPr lang="en-US" sz="4600" dirty="0"/>
          </a:p>
        </p:txBody>
      </p:sp>
      <p:sp>
        <p:nvSpPr>
          <p:cNvPr id="6" name="Text 3">
            <a:extLst>
              <a:ext uri="{FF2B5EF4-FFF2-40B4-BE49-F238E27FC236}">
                <a16:creationId xmlns:a16="http://schemas.microsoft.com/office/drawing/2014/main" id="{EEC8B8DD-F752-491B-35F6-A9B25CA2916C}"/>
              </a:ext>
            </a:extLst>
          </p:cNvPr>
          <p:cNvSpPr/>
          <p:nvPr/>
        </p:nvSpPr>
        <p:spPr>
          <a:xfrm>
            <a:off x="2377440" y="2148840"/>
            <a:ext cx="7315200" cy="365760"/>
          </a:xfrm>
          <a:prstGeom prst="rect">
            <a:avLst/>
          </a:prstGeom>
          <a:noFill/>
          <a:ln/>
        </p:spPr>
        <p:txBody>
          <a:bodyPr wrap="square" rtlCol="0" anchor="ctr"/>
          <a:lstStyle/>
          <a:p>
            <a:pPr marL="0" indent="0">
              <a:buNone/>
            </a:pPr>
            <a:r>
              <a:rPr lang="en-US" sz="1600" dirty="0">
                <a:solidFill>
                  <a:srgbClr val="9FB0CC"/>
                </a:solidFill>
                <a:latin typeface="Calibri" pitchFamily="34" charset="0"/>
                <a:ea typeface="Calibri" pitchFamily="34" charset="-122"/>
                <a:cs typeface="Calibri" pitchFamily="34" charset="-120"/>
              </a:rPr>
              <a:t>Remote-Sensing Visual Question Answering  ·  FM-12a</a:t>
            </a:r>
            <a:endParaRPr lang="en-US" sz="1600" dirty="0"/>
          </a:p>
        </p:txBody>
      </p:sp>
      <p:sp>
        <p:nvSpPr>
          <p:cNvPr id="7" name="Text 4">
            <a:extLst>
              <a:ext uri="{FF2B5EF4-FFF2-40B4-BE49-F238E27FC236}">
                <a16:creationId xmlns:a16="http://schemas.microsoft.com/office/drawing/2014/main" id="{B0F9C51F-F7C5-A6EC-C63E-3AEB0488DB78}"/>
              </a:ext>
            </a:extLst>
          </p:cNvPr>
          <p:cNvSpPr/>
          <p:nvPr/>
        </p:nvSpPr>
        <p:spPr>
          <a:xfrm>
            <a:off x="640080" y="3200400"/>
            <a:ext cx="10972800" cy="731520"/>
          </a:xfrm>
          <a:prstGeom prst="rect">
            <a:avLst/>
          </a:prstGeom>
          <a:noFill/>
          <a:ln/>
        </p:spPr>
        <p:txBody>
          <a:bodyPr wrap="square" rtlCol="0" anchor="ctr"/>
          <a:lstStyle/>
          <a:p>
            <a:pPr marL="0" indent="0">
              <a:buNone/>
            </a:pPr>
            <a:r>
              <a:rPr lang="en-US" sz="3800" b="1" dirty="0">
                <a:solidFill>
                  <a:srgbClr val="99F6E4"/>
                </a:solidFill>
                <a:latin typeface="Cambria" pitchFamily="34" charset="0"/>
                <a:ea typeface="Cambria" pitchFamily="34" charset="-122"/>
                <a:cs typeface="Cambria" pitchFamily="34" charset="-120"/>
              </a:rPr>
              <a:t>Ask satellite imagery anything —</a:t>
            </a:r>
            <a:endParaRPr lang="en-US" sz="3800" dirty="0"/>
          </a:p>
        </p:txBody>
      </p:sp>
      <p:sp>
        <p:nvSpPr>
          <p:cNvPr id="8" name="Text 5">
            <a:extLst>
              <a:ext uri="{FF2B5EF4-FFF2-40B4-BE49-F238E27FC236}">
                <a16:creationId xmlns:a16="http://schemas.microsoft.com/office/drawing/2014/main" id="{8DB9E423-39DD-E060-FD7D-3C18AA32022A}"/>
              </a:ext>
            </a:extLst>
          </p:cNvPr>
          <p:cNvSpPr/>
          <p:nvPr/>
        </p:nvSpPr>
        <p:spPr>
          <a:xfrm>
            <a:off x="640080" y="3931920"/>
            <a:ext cx="10972800" cy="73152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and trust the answer.</a:t>
            </a:r>
            <a:endParaRPr lang="en-US" sz="3800" dirty="0"/>
          </a:p>
        </p:txBody>
      </p:sp>
      <p:sp>
        <p:nvSpPr>
          <p:cNvPr id="9" name="Text 6">
            <a:extLst>
              <a:ext uri="{FF2B5EF4-FFF2-40B4-BE49-F238E27FC236}">
                <a16:creationId xmlns:a16="http://schemas.microsoft.com/office/drawing/2014/main" id="{559646D0-7629-FC3A-3D59-96F300482CAA}"/>
              </a:ext>
            </a:extLst>
          </p:cNvPr>
          <p:cNvSpPr/>
          <p:nvPr/>
        </p:nvSpPr>
        <p:spPr>
          <a:xfrm>
            <a:off x="640080" y="4526280"/>
            <a:ext cx="8778240" cy="914400"/>
          </a:xfrm>
          <a:prstGeom prst="rect">
            <a:avLst/>
          </a:prstGeom>
          <a:noFill/>
          <a:ln/>
        </p:spPr>
        <p:txBody>
          <a:bodyPr wrap="square" rtlCol="0" anchor="ctr"/>
          <a:lstStyle/>
          <a:p>
            <a:pPr marL="0" indent="0">
              <a:lnSpc>
                <a:spcPct val="115000"/>
              </a:lnSpc>
              <a:buNone/>
            </a:pPr>
            <a:r>
              <a:rPr lang="en-US" dirty="0">
                <a:solidFill>
                  <a:srgbClr val="E6EDF7"/>
                </a:solidFill>
                <a:latin typeface="Calibri" pitchFamily="34" charset="0"/>
                <a:ea typeface="Calibri" pitchFamily="34" charset="-122"/>
                <a:cs typeface="Calibri" pitchFamily="34" charset="-120"/>
              </a:rPr>
              <a:t>An AI that answers plain-language questions about satellite images, shows the evidence behind every answer, and knows when to say, “I’m not sure.”</a:t>
            </a:r>
            <a:endParaRPr lang="en-US" dirty="0"/>
          </a:p>
        </p:txBody>
      </p:sp>
      <p:sp>
        <p:nvSpPr>
          <p:cNvPr id="11" name="Text 6">
            <a:extLst>
              <a:ext uri="{FF2B5EF4-FFF2-40B4-BE49-F238E27FC236}">
                <a16:creationId xmlns:a16="http://schemas.microsoft.com/office/drawing/2014/main" id="{8AFBAE5F-C907-5137-43DA-6C2E730C03E0}"/>
              </a:ext>
            </a:extLst>
          </p:cNvPr>
          <p:cNvSpPr/>
          <p:nvPr/>
        </p:nvSpPr>
        <p:spPr>
          <a:xfrm>
            <a:off x="640080" y="5134259"/>
            <a:ext cx="8778240" cy="914400"/>
          </a:xfrm>
          <a:prstGeom prst="rect">
            <a:avLst/>
          </a:prstGeom>
          <a:noFill/>
          <a:ln/>
        </p:spPr>
        <p:txBody>
          <a:bodyPr wrap="square" rtlCol="0" anchor="ctr"/>
          <a:lstStyle/>
          <a:p>
            <a:pPr marL="0" indent="0">
              <a:lnSpc>
                <a:spcPct val="115000"/>
              </a:lnSpc>
              <a:buNone/>
            </a:pPr>
            <a:r>
              <a:rPr lang="en-US" sz="1400" dirty="0">
                <a:solidFill>
                  <a:srgbClr val="E6EDF7"/>
                </a:solidFill>
                <a:latin typeface="Calibri" pitchFamily="34" charset="0"/>
                <a:ea typeface="Calibri" pitchFamily="34" charset="-122"/>
                <a:cs typeface="Calibri" pitchFamily="34" charset="-120"/>
              </a:rPr>
              <a:t>Atharva Uday Kalase - 40509608</a:t>
            </a:r>
            <a:endParaRPr lang="en-US" sz="1400" dirty="0"/>
          </a:p>
        </p:txBody>
      </p:sp>
      <p:pic>
        <p:nvPicPr>
          <p:cNvPr id="12" name="Picture 11" descr="DMPonline">
            <a:extLst>
              <a:ext uri="{FF2B5EF4-FFF2-40B4-BE49-F238E27FC236}">
                <a16:creationId xmlns:a16="http://schemas.microsoft.com/office/drawing/2014/main" id="{814ECA23-2B01-0452-A918-C51419996C58}"/>
              </a:ext>
            </a:extLst>
          </p:cNvPr>
          <p:cNvPicPr>
            <a:picLocks noChangeAspect="1"/>
          </p:cNvPicPr>
          <p:nvPr/>
        </p:nvPicPr>
        <p:blipFill>
          <a:blip r:embed="rId4"/>
          <a:stretch>
            <a:fillRect/>
          </a:stretch>
        </p:blipFill>
        <p:spPr>
          <a:xfrm>
            <a:off x="8803964" y="345394"/>
            <a:ext cx="3232494" cy="1163366"/>
          </a:xfrm>
          <a:prstGeom prst="rect">
            <a:avLst/>
          </a:prstGeom>
        </p:spPr>
      </p:pic>
    </p:spTree>
    <p:extLst>
      <p:ext uri="{BB962C8B-B14F-4D97-AF65-F5344CB8AC3E}">
        <p14:creationId xmlns:p14="http://schemas.microsoft.com/office/powerpoint/2010/main" val="428931441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658368"/>
            <a:ext cx="11064240" cy="8686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AI that's confidently wrong is worse than no AI</a:t>
            </a:r>
            <a:endParaRPr lang="en-US" sz="3000" dirty="0"/>
          </a:p>
        </p:txBody>
      </p:sp>
      <p:sp>
        <p:nvSpPr>
          <p:cNvPr id="4" name="Shape 2"/>
          <p:cNvSpPr/>
          <p:nvPr/>
        </p:nvSpPr>
        <p:spPr>
          <a:xfrm>
            <a:off x="548640" y="1691640"/>
            <a:ext cx="6949440" cy="4023360"/>
          </a:xfrm>
          <a:prstGeom prst="roundRect">
            <a:avLst>
              <a:gd name="adj" fmla="val 2727"/>
            </a:avLst>
          </a:prstGeom>
          <a:solidFill>
            <a:srgbClr val="111A2E"/>
          </a:solidFill>
          <a:ln w="12700">
            <a:solidFill>
              <a:srgbClr val="26324F"/>
            </a:solidFill>
            <a:prstDash val="solid"/>
          </a:ln>
        </p:spPr>
        <p:txBody>
          <a:bodyPr/>
          <a:lstStyle/>
          <a:p>
            <a:endParaRPr lang="en-IN"/>
          </a:p>
        </p:txBody>
      </p:sp>
      <p:sp>
        <p:nvSpPr>
          <p:cNvPr id="5" name="Text 3"/>
          <p:cNvSpPr/>
          <p:nvPr/>
        </p:nvSpPr>
        <p:spPr>
          <a:xfrm>
            <a:off x="822960" y="1920240"/>
            <a:ext cx="6400800" cy="457200"/>
          </a:xfrm>
          <a:prstGeom prst="rect">
            <a:avLst/>
          </a:prstGeom>
          <a:noFill/>
          <a:ln/>
        </p:spPr>
        <p:txBody>
          <a:bodyPr wrap="square" rtlCol="0" anchor="ctr"/>
          <a:lstStyle/>
          <a:p>
            <a:pPr marL="0" indent="0">
              <a:buNone/>
            </a:pPr>
            <a:r>
              <a:rPr lang="en-US" sz="2400" b="1" dirty="0">
                <a:solidFill>
                  <a:srgbClr val="E6EDF7"/>
                </a:solidFill>
                <a:latin typeface="Calibri" pitchFamily="34" charset="0"/>
                <a:ea typeface="Calibri" pitchFamily="34" charset="-122"/>
                <a:cs typeface="Calibri" pitchFamily="34" charset="-120"/>
              </a:rPr>
              <a:t>Today's vision AI, on a satellite image:</a:t>
            </a:r>
            <a:endParaRPr lang="en-US" sz="2400" dirty="0"/>
          </a:p>
        </p:txBody>
      </p:sp>
      <p:sp>
        <p:nvSpPr>
          <p:cNvPr id="6" name="Text 4"/>
          <p:cNvSpPr/>
          <p:nvPr/>
        </p:nvSpPr>
        <p:spPr>
          <a:xfrm>
            <a:off x="960120" y="2514600"/>
            <a:ext cx="6309360" cy="548640"/>
          </a:xfrm>
          <a:prstGeom prst="rect">
            <a:avLst/>
          </a:prstGeom>
          <a:noFill/>
          <a:ln/>
        </p:spPr>
        <p:txBody>
          <a:bodyPr wrap="square" rtlCol="0" anchor="ctr"/>
          <a:lstStyle/>
          <a:p>
            <a:pPr marL="203200" indent="-203200">
              <a:buSzPct val="100000"/>
              <a:buChar char="•"/>
            </a:pPr>
            <a:r>
              <a:rPr lang="en-US" sz="2000" b="1" dirty="0">
                <a:solidFill>
                  <a:srgbClr val="FFFFFF"/>
                </a:solidFill>
                <a:latin typeface="Calibri" pitchFamily="34" charset="0"/>
                <a:ea typeface="Calibri" pitchFamily="34" charset="-122"/>
                <a:cs typeface="Calibri" pitchFamily="34" charset="-120"/>
              </a:rPr>
              <a:t>Hallucinates</a:t>
            </a:r>
            <a:r>
              <a:rPr lang="en-US" sz="1500" dirty="0">
                <a:solidFill>
                  <a:srgbClr val="E6EDF7"/>
                </a:solidFill>
                <a:latin typeface="Calibri" pitchFamily="34" charset="0"/>
                <a:ea typeface="Calibri" pitchFamily="34" charset="-122"/>
                <a:cs typeface="Calibri" pitchFamily="34" charset="-120"/>
              </a:rPr>
              <a:t> </a:t>
            </a:r>
            <a:r>
              <a:rPr lang="en-US" sz="2000" b="1" dirty="0">
                <a:solidFill>
                  <a:srgbClr val="FFFFFF"/>
                </a:solidFill>
                <a:latin typeface="Calibri" pitchFamily="34" charset="0"/>
                <a:ea typeface="Calibri" pitchFamily="34" charset="-122"/>
                <a:cs typeface="Calibri" pitchFamily="34" charset="-120"/>
              </a:rPr>
              <a:t>objects that aren't there</a:t>
            </a:r>
          </a:p>
        </p:txBody>
      </p:sp>
      <p:sp>
        <p:nvSpPr>
          <p:cNvPr id="7" name="Text 5"/>
          <p:cNvSpPr/>
          <p:nvPr/>
        </p:nvSpPr>
        <p:spPr>
          <a:xfrm>
            <a:off x="960120" y="3172968"/>
            <a:ext cx="6309360" cy="548640"/>
          </a:xfrm>
          <a:prstGeom prst="rect">
            <a:avLst/>
          </a:prstGeom>
          <a:noFill/>
          <a:ln/>
        </p:spPr>
        <p:txBody>
          <a:bodyPr wrap="square" rtlCol="0" anchor="ctr"/>
          <a:lstStyle/>
          <a:p>
            <a:pPr marL="203200" indent="-203200">
              <a:buSzPct val="100000"/>
              <a:buChar char="•"/>
            </a:pPr>
            <a:r>
              <a:rPr lang="en-US" sz="2000" b="1" dirty="0">
                <a:solidFill>
                  <a:srgbClr val="FFFFFF"/>
                </a:solidFill>
                <a:latin typeface="Calibri" pitchFamily="34" charset="0"/>
                <a:ea typeface="Calibri" pitchFamily="34" charset="-122"/>
                <a:cs typeface="Calibri" pitchFamily="34" charset="-120"/>
              </a:rPr>
              <a:t>Miscounts</a:t>
            </a:r>
            <a:r>
              <a:rPr lang="en-US" sz="1500" dirty="0">
                <a:solidFill>
                  <a:srgbClr val="E6EDF7"/>
                </a:solidFill>
                <a:latin typeface="Calibri" pitchFamily="34" charset="0"/>
                <a:ea typeface="Calibri" pitchFamily="34" charset="-122"/>
                <a:cs typeface="Calibri" pitchFamily="34" charset="-120"/>
              </a:rPr>
              <a:t> </a:t>
            </a:r>
            <a:r>
              <a:rPr lang="en-US" sz="2000" b="1" dirty="0">
                <a:solidFill>
                  <a:srgbClr val="FFFFFF"/>
                </a:solidFill>
                <a:latin typeface="Calibri" pitchFamily="34" charset="0"/>
                <a:ea typeface="Calibri" pitchFamily="34" charset="-122"/>
                <a:cs typeface="Calibri" pitchFamily="34" charset="-120"/>
              </a:rPr>
              <a:t>what is there</a:t>
            </a:r>
          </a:p>
        </p:txBody>
      </p:sp>
      <p:sp>
        <p:nvSpPr>
          <p:cNvPr id="8" name="Text 6"/>
          <p:cNvSpPr/>
          <p:nvPr/>
        </p:nvSpPr>
        <p:spPr>
          <a:xfrm>
            <a:off x="960120" y="3831336"/>
            <a:ext cx="6309360" cy="548640"/>
          </a:xfrm>
          <a:prstGeom prst="rect">
            <a:avLst/>
          </a:prstGeom>
          <a:noFill/>
          <a:ln/>
        </p:spPr>
        <p:txBody>
          <a:bodyPr wrap="square" rtlCol="0" anchor="ctr"/>
          <a:lstStyle/>
          <a:p>
            <a:pPr marL="203200" indent="-203200">
              <a:buSzPct val="100000"/>
              <a:buChar char="•"/>
            </a:pPr>
            <a:r>
              <a:rPr lang="en-US" sz="2000" b="1" dirty="0">
                <a:solidFill>
                  <a:srgbClr val="FFFFFF"/>
                </a:solidFill>
                <a:latin typeface="Calibri" pitchFamily="34" charset="0"/>
                <a:ea typeface="Calibri" pitchFamily="34" charset="-122"/>
                <a:cs typeface="Calibri" pitchFamily="34" charset="-120"/>
              </a:rPr>
              <a:t>Answers</a:t>
            </a:r>
            <a:r>
              <a:rPr lang="en-US" sz="1500" dirty="0">
                <a:solidFill>
                  <a:srgbClr val="E6EDF7"/>
                </a:solidFill>
                <a:latin typeface="Calibri" pitchFamily="34" charset="0"/>
                <a:ea typeface="Calibri" pitchFamily="34" charset="-122"/>
                <a:cs typeface="Calibri" pitchFamily="34" charset="-120"/>
              </a:rPr>
              <a:t> </a:t>
            </a:r>
            <a:r>
              <a:rPr lang="en-US" sz="2000" b="1" dirty="0">
                <a:solidFill>
                  <a:srgbClr val="FFFFFF"/>
                </a:solidFill>
                <a:latin typeface="Calibri" pitchFamily="34" charset="0"/>
                <a:ea typeface="Calibri" pitchFamily="34" charset="-122"/>
                <a:cs typeface="Calibri" pitchFamily="34" charset="-120"/>
              </a:rPr>
              <a:t>with total confidence — even when wrong</a:t>
            </a:r>
          </a:p>
        </p:txBody>
      </p:sp>
      <p:sp>
        <p:nvSpPr>
          <p:cNvPr id="9" name="Text 7"/>
          <p:cNvSpPr/>
          <p:nvPr/>
        </p:nvSpPr>
        <p:spPr>
          <a:xfrm>
            <a:off x="960120" y="4489704"/>
            <a:ext cx="6309360" cy="548640"/>
          </a:xfrm>
          <a:prstGeom prst="rect">
            <a:avLst/>
          </a:prstGeom>
          <a:noFill/>
          <a:ln/>
        </p:spPr>
        <p:txBody>
          <a:bodyPr wrap="square" rtlCol="0" anchor="ctr"/>
          <a:lstStyle/>
          <a:p>
            <a:pPr marL="203200" indent="-203200">
              <a:buSzPct val="100000"/>
              <a:buChar char="•"/>
            </a:pPr>
            <a:r>
              <a:rPr lang="en-US" sz="2000" b="1" dirty="0">
                <a:solidFill>
                  <a:srgbClr val="FFFFFF"/>
                </a:solidFill>
                <a:latin typeface="Calibri" pitchFamily="34" charset="0"/>
                <a:ea typeface="Calibri" pitchFamily="34" charset="-122"/>
                <a:cs typeface="Calibri" pitchFamily="34" charset="-120"/>
              </a:rPr>
              <a:t>Never</a:t>
            </a:r>
            <a:r>
              <a:rPr lang="en-US" sz="1500" dirty="0">
                <a:solidFill>
                  <a:srgbClr val="E6EDF7"/>
                </a:solidFill>
                <a:latin typeface="Calibri" pitchFamily="34" charset="0"/>
                <a:ea typeface="Calibri" pitchFamily="34" charset="-122"/>
                <a:cs typeface="Calibri" pitchFamily="34" charset="-120"/>
              </a:rPr>
              <a:t> </a:t>
            </a:r>
            <a:r>
              <a:rPr lang="en-US" sz="2000" b="1" dirty="0">
                <a:solidFill>
                  <a:srgbClr val="FFFFFF"/>
                </a:solidFill>
                <a:latin typeface="Calibri" pitchFamily="34" charset="0"/>
                <a:ea typeface="Calibri" pitchFamily="34" charset="-122"/>
                <a:cs typeface="Calibri" pitchFamily="34" charset="-120"/>
              </a:rPr>
              <a:t>admits doubt</a:t>
            </a:r>
          </a:p>
        </p:txBody>
      </p:sp>
      <p:sp>
        <p:nvSpPr>
          <p:cNvPr id="10" name="Text 8"/>
          <p:cNvSpPr/>
          <p:nvPr/>
        </p:nvSpPr>
        <p:spPr>
          <a:xfrm>
            <a:off x="7726680" y="5715000"/>
            <a:ext cx="6400800" cy="457200"/>
          </a:xfrm>
          <a:prstGeom prst="rect">
            <a:avLst/>
          </a:prstGeom>
          <a:noFill/>
          <a:ln/>
        </p:spPr>
        <p:txBody>
          <a:bodyPr wrap="square" rtlCol="0" anchor="ctr"/>
          <a:lstStyle/>
          <a:p>
            <a:pPr marL="0" indent="0">
              <a:buNone/>
            </a:pPr>
            <a:r>
              <a:rPr lang="en-US" sz="1350" i="1" dirty="0">
                <a:solidFill>
                  <a:srgbClr val="9FB0CC"/>
                </a:solidFill>
                <a:latin typeface="Calibri" pitchFamily="34" charset="0"/>
                <a:ea typeface="Calibri" pitchFamily="34" charset="-122"/>
                <a:cs typeface="Calibri" pitchFamily="34" charset="-120"/>
              </a:rPr>
              <a:t>In these fields, one confident wrong answer is costly</a:t>
            </a:r>
            <a:endParaRPr lang="en-US" sz="1350" dirty="0"/>
          </a:p>
        </p:txBody>
      </p:sp>
      <p:sp>
        <p:nvSpPr>
          <p:cNvPr id="11" name="Shape 9"/>
          <p:cNvSpPr/>
          <p:nvPr/>
        </p:nvSpPr>
        <p:spPr>
          <a:xfrm>
            <a:off x="7726680" y="1691640"/>
            <a:ext cx="3913632" cy="4023360"/>
          </a:xfrm>
          <a:prstGeom prst="roundRect">
            <a:avLst>
              <a:gd name="adj" fmla="val 2804"/>
            </a:avLst>
          </a:prstGeom>
          <a:solidFill>
            <a:srgbClr val="16213B"/>
          </a:solidFill>
          <a:ln w="12700">
            <a:solidFill>
              <a:srgbClr val="26324F"/>
            </a:solidFill>
            <a:prstDash val="solid"/>
          </a:ln>
        </p:spPr>
        <p:txBody>
          <a:bodyPr/>
          <a:lstStyle/>
          <a:p>
            <a:endParaRPr lang="en-IN"/>
          </a:p>
        </p:txBody>
      </p:sp>
      <p:sp>
        <p:nvSpPr>
          <p:cNvPr id="12" name="Text 10"/>
          <p:cNvSpPr/>
          <p:nvPr/>
        </p:nvSpPr>
        <p:spPr>
          <a:xfrm>
            <a:off x="7955280" y="1920240"/>
            <a:ext cx="3474720" cy="320040"/>
          </a:xfrm>
          <a:prstGeom prst="rect">
            <a:avLst/>
          </a:prstGeom>
          <a:noFill/>
          <a:ln/>
        </p:spPr>
        <p:txBody>
          <a:bodyPr wrap="square" rtlCol="0" anchor="ctr"/>
          <a:lstStyle/>
          <a:p>
            <a:pPr marL="0" indent="0">
              <a:buNone/>
            </a:pPr>
            <a:r>
              <a:rPr lang="en-US" b="1" kern="0" spc="200" dirty="0">
                <a:solidFill>
                  <a:srgbClr val="2DD4BF"/>
                </a:solidFill>
                <a:latin typeface="Calibri" pitchFamily="34" charset="0"/>
                <a:ea typeface="Calibri" pitchFamily="34" charset="-122"/>
                <a:cs typeface="Calibri" pitchFamily="34" charset="-120"/>
              </a:rPr>
              <a:t>WHO FEELS IT</a:t>
            </a:r>
            <a:endParaRPr lang="en-US" dirty="0"/>
          </a:p>
        </p:txBody>
      </p:sp>
      <p:sp>
        <p:nvSpPr>
          <p:cNvPr id="13" name="Shape 11"/>
          <p:cNvSpPr/>
          <p:nvPr/>
        </p:nvSpPr>
        <p:spPr>
          <a:xfrm>
            <a:off x="7973568" y="2487168"/>
            <a:ext cx="256032" cy="256032"/>
          </a:xfrm>
          <a:prstGeom prst="ellipse">
            <a:avLst/>
          </a:prstGeom>
          <a:solidFill>
            <a:srgbClr val="2DD4BF"/>
          </a:solidFill>
          <a:ln/>
        </p:spPr>
        <p:txBody>
          <a:bodyPr/>
          <a:lstStyle/>
          <a:p>
            <a:endParaRPr lang="en-IN"/>
          </a:p>
        </p:txBody>
      </p:sp>
      <p:sp>
        <p:nvSpPr>
          <p:cNvPr id="14" name="Text 12"/>
          <p:cNvSpPr/>
          <p:nvPr/>
        </p:nvSpPr>
        <p:spPr>
          <a:xfrm>
            <a:off x="8412480" y="2395728"/>
            <a:ext cx="3108960" cy="3657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Disaster response</a:t>
            </a:r>
            <a:endParaRPr lang="en-US" sz="2000" dirty="0"/>
          </a:p>
        </p:txBody>
      </p:sp>
      <p:sp>
        <p:nvSpPr>
          <p:cNvPr id="15" name="Text 13"/>
          <p:cNvSpPr/>
          <p:nvPr/>
        </p:nvSpPr>
        <p:spPr>
          <a:xfrm>
            <a:off x="8412480" y="2761488"/>
            <a:ext cx="3108960" cy="548640"/>
          </a:xfrm>
          <a:prstGeom prst="rect">
            <a:avLst/>
          </a:prstGeom>
          <a:noFill/>
          <a:ln/>
        </p:spPr>
        <p:txBody>
          <a:bodyPr wrap="square" rtlCol="0" anchor="ctr"/>
          <a:lstStyle/>
          <a:p>
            <a:pPr marL="0" indent="0">
              <a:lnSpc>
                <a:spcPct val="103000"/>
              </a:lnSpc>
              <a:buNone/>
            </a:pPr>
            <a:r>
              <a:rPr lang="en-US" sz="1400" dirty="0">
                <a:solidFill>
                  <a:srgbClr val="9FB0CC"/>
                </a:solidFill>
                <a:latin typeface="Calibri" pitchFamily="34" charset="0"/>
                <a:ea typeface="Calibri" pitchFamily="34" charset="-122"/>
                <a:cs typeface="Calibri" pitchFamily="34" charset="-120"/>
              </a:rPr>
              <a:t>counting boats, blocked roads, damage</a:t>
            </a:r>
            <a:endParaRPr lang="en-US" sz="1400" dirty="0"/>
          </a:p>
        </p:txBody>
      </p:sp>
      <p:sp>
        <p:nvSpPr>
          <p:cNvPr id="16" name="Shape 14"/>
          <p:cNvSpPr/>
          <p:nvPr/>
        </p:nvSpPr>
        <p:spPr>
          <a:xfrm>
            <a:off x="7973568" y="3538728"/>
            <a:ext cx="256032" cy="256032"/>
          </a:xfrm>
          <a:prstGeom prst="ellipse">
            <a:avLst/>
          </a:prstGeom>
          <a:solidFill>
            <a:srgbClr val="2DD4BF"/>
          </a:solidFill>
          <a:ln/>
        </p:spPr>
        <p:txBody>
          <a:bodyPr/>
          <a:lstStyle/>
          <a:p>
            <a:endParaRPr lang="en-IN"/>
          </a:p>
        </p:txBody>
      </p:sp>
      <p:sp>
        <p:nvSpPr>
          <p:cNvPr id="17" name="Text 15"/>
          <p:cNvSpPr/>
          <p:nvPr/>
        </p:nvSpPr>
        <p:spPr>
          <a:xfrm>
            <a:off x="8412480" y="3447288"/>
            <a:ext cx="3108960" cy="3657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Agriculture</a:t>
            </a:r>
          </a:p>
        </p:txBody>
      </p:sp>
      <p:sp>
        <p:nvSpPr>
          <p:cNvPr id="18" name="Text 16"/>
          <p:cNvSpPr/>
          <p:nvPr/>
        </p:nvSpPr>
        <p:spPr>
          <a:xfrm>
            <a:off x="8412480" y="3813048"/>
            <a:ext cx="3108960" cy="548640"/>
          </a:xfrm>
          <a:prstGeom prst="rect">
            <a:avLst/>
          </a:prstGeom>
          <a:noFill/>
          <a:ln/>
        </p:spPr>
        <p:txBody>
          <a:bodyPr wrap="square" rtlCol="0" anchor="ctr"/>
          <a:lstStyle/>
          <a:p>
            <a:pPr marL="0" indent="0">
              <a:lnSpc>
                <a:spcPct val="103000"/>
              </a:lnSpc>
              <a:buNone/>
            </a:pPr>
            <a:r>
              <a:rPr lang="en-US" sz="1400" dirty="0">
                <a:solidFill>
                  <a:srgbClr val="9FB0CC"/>
                </a:solidFill>
                <a:latin typeface="Calibri" pitchFamily="34" charset="0"/>
                <a:ea typeface="Calibri" pitchFamily="34" charset="-122"/>
                <a:cs typeface="Calibri" pitchFamily="34" charset="-120"/>
              </a:rPr>
              <a:t>monitoring fields and infrastructure</a:t>
            </a:r>
          </a:p>
        </p:txBody>
      </p:sp>
      <p:sp>
        <p:nvSpPr>
          <p:cNvPr id="19" name="Shape 17"/>
          <p:cNvSpPr/>
          <p:nvPr/>
        </p:nvSpPr>
        <p:spPr>
          <a:xfrm>
            <a:off x="7973568" y="4590288"/>
            <a:ext cx="256032" cy="256032"/>
          </a:xfrm>
          <a:prstGeom prst="ellipse">
            <a:avLst/>
          </a:prstGeom>
          <a:solidFill>
            <a:srgbClr val="2DD4BF"/>
          </a:solidFill>
          <a:ln/>
        </p:spPr>
        <p:txBody>
          <a:bodyPr/>
          <a:lstStyle/>
          <a:p>
            <a:endParaRPr lang="en-IN"/>
          </a:p>
        </p:txBody>
      </p:sp>
      <p:sp>
        <p:nvSpPr>
          <p:cNvPr id="20" name="Text 18"/>
          <p:cNvSpPr/>
          <p:nvPr/>
        </p:nvSpPr>
        <p:spPr>
          <a:xfrm>
            <a:off x="8412480" y="4498848"/>
            <a:ext cx="3108960" cy="3657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Defence &amp; security</a:t>
            </a:r>
          </a:p>
        </p:txBody>
      </p:sp>
      <p:sp>
        <p:nvSpPr>
          <p:cNvPr id="21" name="Text 19"/>
          <p:cNvSpPr/>
          <p:nvPr/>
        </p:nvSpPr>
        <p:spPr>
          <a:xfrm>
            <a:off x="8412480" y="4864608"/>
            <a:ext cx="3108960" cy="548640"/>
          </a:xfrm>
          <a:prstGeom prst="rect">
            <a:avLst/>
          </a:prstGeom>
          <a:noFill/>
          <a:ln/>
        </p:spPr>
        <p:txBody>
          <a:bodyPr wrap="square" rtlCol="0" anchor="ctr"/>
          <a:lstStyle/>
          <a:p>
            <a:pPr>
              <a:lnSpc>
                <a:spcPct val="103000"/>
              </a:lnSpc>
            </a:pPr>
            <a:r>
              <a:rPr lang="en-US" sz="1400" dirty="0">
                <a:solidFill>
                  <a:srgbClr val="9FB0CC"/>
                </a:solidFill>
                <a:latin typeface="Calibri" pitchFamily="34" charset="0"/>
                <a:ea typeface="Calibri" pitchFamily="34" charset="-122"/>
                <a:cs typeface="Calibri" pitchFamily="34" charset="-120"/>
              </a:rPr>
              <a:t>identifying assets from overhead</a:t>
            </a:r>
          </a:p>
        </p:txBody>
      </p:sp>
      <p:pic>
        <p:nvPicPr>
          <p:cNvPr id="23" name="Image 0" descr="/sessions/great-eloquent-pascal/mnt/project/FM12A/logo/RSVQA_icon_1024.png">
            <a:extLst>
              <a:ext uri="{FF2B5EF4-FFF2-40B4-BE49-F238E27FC236}">
                <a16:creationId xmlns:a16="http://schemas.microsoft.com/office/drawing/2014/main" id="{64F51786-3790-8880-5CBD-FBEA085FF840}"/>
              </a:ext>
            </a:extLst>
          </p:cNvPr>
          <p:cNvPicPr>
            <a:picLocks noChangeAspect="1"/>
          </p:cNvPicPr>
          <p:nvPr/>
        </p:nvPicPr>
        <p:blipFill>
          <a:blip r:embed="rId3"/>
          <a:stretch>
            <a:fillRect/>
          </a:stretch>
        </p:blipFill>
        <p:spPr>
          <a:xfrm>
            <a:off x="10412487" y="262647"/>
            <a:ext cx="1200393" cy="1200393"/>
          </a:xfrm>
          <a:prstGeom prst="rect">
            <a:avLst/>
          </a:prstGeom>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OUR SOLUTION</a:t>
            </a:r>
            <a:endParaRPr lang="en-US" sz="1200" dirty="0"/>
          </a:p>
        </p:txBody>
      </p:sp>
      <p:sp>
        <p:nvSpPr>
          <p:cNvPr id="3" name="Text 1"/>
          <p:cNvSpPr/>
          <p:nvPr/>
        </p:nvSpPr>
        <p:spPr>
          <a:xfrm>
            <a:off x="548640" y="658368"/>
            <a:ext cx="11064240" cy="8686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 specialist that answers — and verifies itself</a:t>
            </a:r>
            <a:endParaRPr lang="en-US" sz="3000" dirty="0"/>
          </a:p>
        </p:txBody>
      </p:sp>
      <p:pic>
        <p:nvPicPr>
          <p:cNvPr id="4" name="Image 0" descr="/sessions/great-eloquent-pascal/mnt/project/FM12A/logo/RSVQA_icon_1024.png"/>
          <p:cNvPicPr>
            <a:picLocks noChangeAspect="1"/>
          </p:cNvPicPr>
          <p:nvPr/>
        </p:nvPicPr>
        <p:blipFill>
          <a:blip r:embed="rId3"/>
          <a:stretch>
            <a:fillRect/>
          </a:stretch>
        </p:blipFill>
        <p:spPr>
          <a:xfrm>
            <a:off x="640080" y="2011680"/>
            <a:ext cx="3108960" cy="3108960"/>
          </a:xfrm>
          <a:prstGeom prst="rect">
            <a:avLst/>
          </a:prstGeom>
        </p:spPr>
      </p:pic>
      <p:sp>
        <p:nvSpPr>
          <p:cNvPr id="5" name="Shape 2"/>
          <p:cNvSpPr/>
          <p:nvPr/>
        </p:nvSpPr>
        <p:spPr>
          <a:xfrm>
            <a:off x="4114800" y="1737360"/>
            <a:ext cx="7498080" cy="4023360"/>
          </a:xfrm>
          <a:prstGeom prst="roundRect">
            <a:avLst>
              <a:gd name="adj" fmla="val 2727"/>
            </a:avLst>
          </a:prstGeom>
          <a:solidFill>
            <a:srgbClr val="111A2E"/>
          </a:solidFill>
          <a:ln w="12700">
            <a:solidFill>
              <a:srgbClr val="26324F"/>
            </a:solidFill>
            <a:prstDash val="solid"/>
          </a:ln>
        </p:spPr>
        <p:txBody>
          <a:bodyPr/>
          <a:lstStyle/>
          <a:p>
            <a:endParaRPr lang="en-IN"/>
          </a:p>
        </p:txBody>
      </p:sp>
      <p:sp>
        <p:nvSpPr>
          <p:cNvPr id="6" name="Text 3"/>
          <p:cNvSpPr/>
          <p:nvPr/>
        </p:nvSpPr>
        <p:spPr>
          <a:xfrm>
            <a:off x="4389120" y="1965960"/>
            <a:ext cx="6949440" cy="731520"/>
          </a:xfrm>
          <a:prstGeom prst="rect">
            <a:avLst/>
          </a:prstGeom>
          <a:noFill/>
          <a:ln/>
        </p:spPr>
        <p:txBody>
          <a:bodyPr wrap="square" rtlCol="0" anchor="ctr"/>
          <a:lstStyle/>
          <a:p>
            <a:pPr marL="0" indent="0">
              <a:lnSpc>
                <a:spcPct val="110000"/>
              </a:lnSpc>
              <a:buNone/>
            </a:pPr>
            <a:r>
              <a:rPr lang="en-US" sz="2400" b="1" dirty="0">
                <a:solidFill>
                  <a:srgbClr val="E6EDF7"/>
                </a:solidFill>
                <a:latin typeface="Calibri" pitchFamily="34" charset="0"/>
                <a:ea typeface="Calibri" pitchFamily="34" charset="-122"/>
                <a:cs typeface="Calibri" pitchFamily="34" charset="-120"/>
              </a:rPr>
              <a:t>RS-VQA is a satellite-image Q&amp;A model, tuned for this domain and run entirely on-device.</a:t>
            </a:r>
            <a:endParaRPr lang="en-US" sz="2400" dirty="0"/>
          </a:p>
        </p:txBody>
      </p:sp>
      <p:sp>
        <p:nvSpPr>
          <p:cNvPr id="7" name="Shape 4"/>
          <p:cNvSpPr/>
          <p:nvPr/>
        </p:nvSpPr>
        <p:spPr>
          <a:xfrm>
            <a:off x="4389120" y="2926080"/>
            <a:ext cx="384048" cy="384048"/>
          </a:xfrm>
          <a:prstGeom prst="ellipse">
            <a:avLst/>
          </a:prstGeom>
          <a:solidFill>
            <a:srgbClr val="2DD4BF"/>
          </a:solidFill>
          <a:ln/>
        </p:spPr>
        <p:txBody>
          <a:bodyPr/>
          <a:lstStyle/>
          <a:p>
            <a:endParaRPr lang="en-IN"/>
          </a:p>
        </p:txBody>
      </p:sp>
      <p:sp>
        <p:nvSpPr>
          <p:cNvPr id="8" name="Text 5"/>
          <p:cNvSpPr/>
          <p:nvPr/>
        </p:nvSpPr>
        <p:spPr>
          <a:xfrm>
            <a:off x="4389120" y="2926080"/>
            <a:ext cx="384048" cy="384048"/>
          </a:xfrm>
          <a:prstGeom prst="rect">
            <a:avLst/>
          </a:prstGeom>
          <a:noFill/>
          <a:ln/>
        </p:spPr>
        <p:txBody>
          <a:bodyPr wrap="square" rtlCol="0" anchor="ctr"/>
          <a:lstStyle/>
          <a:p>
            <a:pPr marL="0" indent="0" algn="ctr">
              <a:buNone/>
            </a:pPr>
            <a:r>
              <a:rPr lang="en-US" sz="1500" b="1" dirty="0">
                <a:solidFill>
                  <a:srgbClr val="062522"/>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4937760" y="2706624"/>
            <a:ext cx="6400800" cy="822960"/>
          </a:xfrm>
          <a:prstGeom prst="rect">
            <a:avLst/>
          </a:prstGeom>
          <a:noFill/>
          <a:ln/>
        </p:spPr>
        <p:txBody>
          <a:bodyPr wrap="square" rtlCol="0" anchor="ctr"/>
          <a:lstStyle/>
          <a:p>
            <a:pPr marL="0" indent="0">
              <a:lnSpc>
                <a:spcPct val="105000"/>
              </a:lnSpc>
              <a:buNone/>
            </a:pPr>
            <a:r>
              <a:rPr lang="en-US" sz="1600" b="1" dirty="0">
                <a:solidFill>
                  <a:srgbClr val="99F6E4"/>
                </a:solidFill>
                <a:latin typeface="Calibri" pitchFamily="34" charset="0"/>
                <a:ea typeface="Calibri" pitchFamily="34" charset="-122"/>
                <a:cs typeface="Calibri" pitchFamily="34" charset="-120"/>
              </a:rPr>
              <a:t>It answers — </a:t>
            </a:r>
            <a:r>
              <a:rPr lang="en-US" sz="1600" dirty="0">
                <a:solidFill>
                  <a:srgbClr val="E6EDF7"/>
                </a:solidFill>
                <a:latin typeface="Calibri" pitchFamily="34" charset="0"/>
                <a:ea typeface="Calibri" pitchFamily="34" charset="-122"/>
                <a:cs typeface="Calibri" pitchFamily="34" charset="-120"/>
              </a:rPr>
              <a:t>plain-language questions about objects in an image — no GIS expertise needed.</a:t>
            </a:r>
            <a:endParaRPr lang="en-US" sz="1600" dirty="0"/>
          </a:p>
        </p:txBody>
      </p:sp>
      <p:sp>
        <p:nvSpPr>
          <p:cNvPr id="10" name="Shape 7"/>
          <p:cNvSpPr/>
          <p:nvPr/>
        </p:nvSpPr>
        <p:spPr>
          <a:xfrm>
            <a:off x="4389120" y="3840480"/>
            <a:ext cx="384048" cy="384048"/>
          </a:xfrm>
          <a:prstGeom prst="ellipse">
            <a:avLst/>
          </a:prstGeom>
          <a:solidFill>
            <a:srgbClr val="2DD4BF"/>
          </a:solidFill>
          <a:ln/>
        </p:spPr>
        <p:txBody>
          <a:bodyPr/>
          <a:lstStyle/>
          <a:p>
            <a:endParaRPr lang="en-IN"/>
          </a:p>
        </p:txBody>
      </p:sp>
      <p:sp>
        <p:nvSpPr>
          <p:cNvPr id="11" name="Text 8"/>
          <p:cNvSpPr/>
          <p:nvPr/>
        </p:nvSpPr>
        <p:spPr>
          <a:xfrm>
            <a:off x="4389120" y="3840480"/>
            <a:ext cx="384048" cy="384048"/>
          </a:xfrm>
          <a:prstGeom prst="rect">
            <a:avLst/>
          </a:prstGeom>
          <a:noFill/>
          <a:ln/>
        </p:spPr>
        <p:txBody>
          <a:bodyPr wrap="square" rtlCol="0" anchor="ctr"/>
          <a:lstStyle/>
          <a:p>
            <a:pPr marL="0" indent="0" algn="ctr">
              <a:buNone/>
            </a:pPr>
            <a:r>
              <a:rPr lang="en-US" sz="1500" b="1" dirty="0">
                <a:solidFill>
                  <a:srgbClr val="062522"/>
                </a:solidFill>
                <a:latin typeface="Calibri" pitchFamily="34" charset="0"/>
                <a:ea typeface="Calibri" pitchFamily="34" charset="-122"/>
                <a:cs typeface="Calibri" pitchFamily="34" charset="-120"/>
              </a:rPr>
              <a:t>2</a:t>
            </a:r>
            <a:endParaRPr lang="en-US" sz="1500" dirty="0"/>
          </a:p>
        </p:txBody>
      </p:sp>
      <p:sp>
        <p:nvSpPr>
          <p:cNvPr id="12" name="Text 9"/>
          <p:cNvSpPr/>
          <p:nvPr/>
        </p:nvSpPr>
        <p:spPr>
          <a:xfrm>
            <a:off x="4937760" y="3621024"/>
            <a:ext cx="6400800" cy="822960"/>
          </a:xfrm>
          <a:prstGeom prst="rect">
            <a:avLst/>
          </a:prstGeom>
          <a:noFill/>
          <a:ln/>
        </p:spPr>
        <p:txBody>
          <a:bodyPr wrap="square" rtlCol="0" anchor="ctr"/>
          <a:lstStyle/>
          <a:p>
            <a:pPr marL="0" indent="0">
              <a:lnSpc>
                <a:spcPct val="105000"/>
              </a:lnSpc>
              <a:buNone/>
            </a:pPr>
            <a:r>
              <a:rPr lang="en-US" sz="1600" b="1" dirty="0">
                <a:solidFill>
                  <a:srgbClr val="99F6E4"/>
                </a:solidFill>
                <a:latin typeface="Calibri" pitchFamily="34" charset="0"/>
                <a:ea typeface="Calibri" pitchFamily="34" charset="-122"/>
                <a:cs typeface="Calibri" pitchFamily="34" charset="-120"/>
              </a:rPr>
              <a:t>It shows its evidence — </a:t>
            </a:r>
            <a:r>
              <a:rPr lang="en-US" sz="1600" dirty="0">
                <a:solidFill>
                  <a:srgbClr val="E6EDF7"/>
                </a:solidFill>
                <a:latin typeface="Calibri" pitchFamily="34" charset="0"/>
                <a:ea typeface="Calibri" pitchFamily="34" charset="-122"/>
                <a:cs typeface="Calibri" pitchFamily="34" charset="-120"/>
              </a:rPr>
              <a:t>overlays the objects it detected, so a human can verify the answer.</a:t>
            </a:r>
            <a:endParaRPr lang="en-US" sz="1600" dirty="0"/>
          </a:p>
        </p:txBody>
      </p:sp>
      <p:sp>
        <p:nvSpPr>
          <p:cNvPr id="13" name="Shape 10"/>
          <p:cNvSpPr/>
          <p:nvPr/>
        </p:nvSpPr>
        <p:spPr>
          <a:xfrm>
            <a:off x="4389120" y="4754880"/>
            <a:ext cx="384048" cy="384048"/>
          </a:xfrm>
          <a:prstGeom prst="ellipse">
            <a:avLst/>
          </a:prstGeom>
          <a:solidFill>
            <a:srgbClr val="2DD4BF"/>
          </a:solidFill>
          <a:ln/>
        </p:spPr>
        <p:txBody>
          <a:bodyPr/>
          <a:lstStyle/>
          <a:p>
            <a:endParaRPr lang="en-IN"/>
          </a:p>
        </p:txBody>
      </p:sp>
      <p:sp>
        <p:nvSpPr>
          <p:cNvPr id="14" name="Text 11"/>
          <p:cNvSpPr/>
          <p:nvPr/>
        </p:nvSpPr>
        <p:spPr>
          <a:xfrm>
            <a:off x="4389120" y="4754880"/>
            <a:ext cx="384048" cy="384048"/>
          </a:xfrm>
          <a:prstGeom prst="rect">
            <a:avLst/>
          </a:prstGeom>
          <a:noFill/>
          <a:ln/>
        </p:spPr>
        <p:txBody>
          <a:bodyPr wrap="square" rtlCol="0" anchor="ctr"/>
          <a:lstStyle/>
          <a:p>
            <a:pPr marL="0" indent="0" algn="ctr">
              <a:buNone/>
            </a:pPr>
            <a:r>
              <a:rPr lang="en-US" sz="1500" b="1" dirty="0">
                <a:solidFill>
                  <a:srgbClr val="062522"/>
                </a:solidFill>
                <a:latin typeface="Calibri" pitchFamily="34" charset="0"/>
                <a:ea typeface="Calibri" pitchFamily="34" charset="-122"/>
                <a:cs typeface="Calibri" pitchFamily="34" charset="-120"/>
              </a:rPr>
              <a:t>3</a:t>
            </a:r>
            <a:endParaRPr lang="en-US" sz="1500" dirty="0"/>
          </a:p>
        </p:txBody>
      </p:sp>
      <p:sp>
        <p:nvSpPr>
          <p:cNvPr id="15" name="Text 12"/>
          <p:cNvSpPr/>
          <p:nvPr/>
        </p:nvSpPr>
        <p:spPr>
          <a:xfrm>
            <a:off x="4937760" y="4535424"/>
            <a:ext cx="6400800" cy="822960"/>
          </a:xfrm>
          <a:prstGeom prst="rect">
            <a:avLst/>
          </a:prstGeom>
          <a:noFill/>
          <a:ln/>
        </p:spPr>
        <p:txBody>
          <a:bodyPr wrap="square" rtlCol="0" anchor="ctr"/>
          <a:lstStyle/>
          <a:p>
            <a:pPr marL="0" indent="0">
              <a:lnSpc>
                <a:spcPct val="105000"/>
              </a:lnSpc>
              <a:buNone/>
            </a:pPr>
            <a:r>
              <a:rPr lang="en-US" sz="1600" b="1" dirty="0">
                <a:solidFill>
                  <a:srgbClr val="99F6E4"/>
                </a:solidFill>
                <a:latin typeface="Calibri" pitchFamily="34" charset="0"/>
                <a:ea typeface="Calibri" pitchFamily="34" charset="-122"/>
                <a:cs typeface="Calibri" pitchFamily="34" charset="-120"/>
              </a:rPr>
              <a:t>It abstains — </a:t>
            </a:r>
            <a:r>
              <a:rPr lang="en-US" sz="1600" dirty="0">
                <a:solidFill>
                  <a:srgbClr val="E6EDF7"/>
                </a:solidFill>
                <a:latin typeface="Calibri" pitchFamily="34" charset="0"/>
                <a:ea typeface="Calibri" pitchFamily="34" charset="-122"/>
                <a:cs typeface="Calibri" pitchFamily="34" charset="-120"/>
              </a:rPr>
              <a:t>when the evidence doesn't support the answer, instead of guessing.</a:t>
            </a:r>
            <a:endParaRPr lang="en-US" sz="1600" dirty="0"/>
          </a:p>
        </p:txBody>
      </p:sp>
      <p:pic>
        <p:nvPicPr>
          <p:cNvPr id="17" name="Image 0" descr="/sessions/great-eloquent-pascal/mnt/project/FM12A/logo/RSVQA_icon_1024.png">
            <a:extLst>
              <a:ext uri="{FF2B5EF4-FFF2-40B4-BE49-F238E27FC236}">
                <a16:creationId xmlns:a16="http://schemas.microsoft.com/office/drawing/2014/main" id="{8F304BE4-6983-48FE-7F1C-DBFBF52084B6}"/>
              </a:ext>
            </a:extLst>
          </p:cNvPr>
          <p:cNvPicPr>
            <a:picLocks noChangeAspect="1"/>
          </p:cNvPicPr>
          <p:nvPr/>
        </p:nvPicPr>
        <p:blipFill>
          <a:blip r:embed="rId3"/>
          <a:stretch>
            <a:fillRect/>
          </a:stretch>
        </p:blipFill>
        <p:spPr>
          <a:xfrm>
            <a:off x="10412487" y="262647"/>
            <a:ext cx="1200393" cy="1200393"/>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KEY FEATURES</a:t>
            </a:r>
            <a:endParaRPr lang="en-US" sz="1200" dirty="0"/>
          </a:p>
        </p:txBody>
      </p:sp>
      <p:sp>
        <p:nvSpPr>
          <p:cNvPr id="3" name="Text 1"/>
          <p:cNvSpPr/>
          <p:nvPr/>
        </p:nvSpPr>
        <p:spPr>
          <a:xfrm>
            <a:off x="548640" y="658368"/>
            <a:ext cx="11064240" cy="8686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Built for trust, not just answers</a:t>
            </a:r>
            <a:endParaRPr lang="en-US" sz="3000" dirty="0"/>
          </a:p>
        </p:txBody>
      </p:sp>
      <p:sp>
        <p:nvSpPr>
          <p:cNvPr id="4" name="Shape 2"/>
          <p:cNvSpPr/>
          <p:nvPr/>
        </p:nvSpPr>
        <p:spPr>
          <a:xfrm>
            <a:off x="548640" y="1600200"/>
            <a:ext cx="5468112" cy="2011680"/>
          </a:xfrm>
          <a:prstGeom prst="roundRect">
            <a:avLst>
              <a:gd name="adj" fmla="val 5455"/>
            </a:avLst>
          </a:prstGeom>
          <a:solidFill>
            <a:srgbClr val="16213B"/>
          </a:solidFill>
          <a:ln w="12700">
            <a:solidFill>
              <a:srgbClr val="26324F"/>
            </a:solidFill>
            <a:prstDash val="solid"/>
          </a:ln>
        </p:spPr>
        <p:txBody>
          <a:bodyPr/>
          <a:lstStyle/>
          <a:p>
            <a:endParaRPr lang="en-IN"/>
          </a:p>
        </p:txBody>
      </p:sp>
      <p:sp>
        <p:nvSpPr>
          <p:cNvPr id="5" name="Shape 3"/>
          <p:cNvSpPr/>
          <p:nvPr/>
        </p:nvSpPr>
        <p:spPr>
          <a:xfrm>
            <a:off x="804672" y="1856232"/>
            <a:ext cx="566928" cy="566928"/>
          </a:xfrm>
          <a:prstGeom prst="roundRect">
            <a:avLst>
              <a:gd name="adj" fmla="val 16129"/>
            </a:avLst>
          </a:prstGeom>
          <a:solidFill>
            <a:srgbClr val="14B8A6"/>
          </a:solidFill>
          <a:ln w="12700">
            <a:solidFill>
              <a:srgbClr val="2DD4BF"/>
            </a:solidFill>
            <a:prstDash val="solid"/>
          </a:ln>
        </p:spPr>
        <p:txBody>
          <a:bodyPr/>
          <a:lstStyle/>
          <a:p>
            <a:endParaRPr lang="en-IN"/>
          </a:p>
        </p:txBody>
      </p:sp>
      <p:sp>
        <p:nvSpPr>
          <p:cNvPr id="6" name="Text 4"/>
          <p:cNvSpPr/>
          <p:nvPr/>
        </p:nvSpPr>
        <p:spPr>
          <a:xfrm>
            <a:off x="804672" y="1856232"/>
            <a:ext cx="566928" cy="566928"/>
          </a:xfrm>
          <a:prstGeom prst="rect">
            <a:avLst/>
          </a:prstGeom>
          <a:noFill/>
          <a:ln/>
        </p:spPr>
        <p:txBody>
          <a:bodyPr wrap="square" rtlCol="0" anchor="ctr"/>
          <a:lstStyle/>
          <a:p>
            <a:pPr marL="0" indent="0" algn="ctr">
              <a:buNone/>
            </a:pPr>
            <a:r>
              <a:rPr lang="en-US" sz="1860" b="1" dirty="0">
                <a:solidFill>
                  <a:srgbClr val="062522"/>
                </a:solidFill>
                <a:latin typeface="Calibri" pitchFamily="34" charset="0"/>
                <a:ea typeface="Calibri" pitchFamily="34" charset="-122"/>
                <a:cs typeface="Calibri" pitchFamily="34" charset="-120"/>
              </a:rPr>
              <a:t>1</a:t>
            </a:r>
            <a:endParaRPr lang="en-US" sz="1860" dirty="0"/>
          </a:p>
        </p:txBody>
      </p:sp>
      <p:sp>
        <p:nvSpPr>
          <p:cNvPr id="7" name="Text 5"/>
          <p:cNvSpPr/>
          <p:nvPr/>
        </p:nvSpPr>
        <p:spPr>
          <a:xfrm>
            <a:off x="1600200" y="1828800"/>
            <a:ext cx="4187952" cy="411480"/>
          </a:xfrm>
          <a:prstGeom prst="rect">
            <a:avLst/>
          </a:prstGeom>
          <a:noFill/>
          <a:ln/>
        </p:spPr>
        <p:txBody>
          <a:bodyPr wrap="square" rtlCol="0" anchor="ctr"/>
          <a:lstStyle/>
          <a:p>
            <a:pPr marL="0" indent="0">
              <a:buNone/>
            </a:pPr>
            <a:r>
              <a:rPr lang="en-US" sz="2400" b="1" dirty="0">
                <a:solidFill>
                  <a:srgbClr val="2DD4BF"/>
                </a:solidFill>
                <a:latin typeface="Calibri" pitchFamily="34" charset="0"/>
                <a:ea typeface="Calibri" pitchFamily="34" charset="-122"/>
                <a:cs typeface="Calibri" pitchFamily="34" charset="-120"/>
              </a:rPr>
              <a:t>Ask in plain language</a:t>
            </a:r>
            <a:endParaRPr lang="en-US" sz="2400" dirty="0"/>
          </a:p>
        </p:txBody>
      </p:sp>
      <p:sp>
        <p:nvSpPr>
          <p:cNvPr id="8" name="Text 6"/>
          <p:cNvSpPr/>
          <p:nvPr/>
        </p:nvSpPr>
        <p:spPr>
          <a:xfrm>
            <a:off x="1600200" y="2455164"/>
            <a:ext cx="4187952" cy="457200"/>
          </a:xfrm>
          <a:prstGeom prst="rect">
            <a:avLst/>
          </a:prstGeom>
          <a:noFill/>
          <a:ln/>
        </p:spPr>
        <p:txBody>
          <a:bodyPr wrap="square" rtlCol="0" anchor="ctr"/>
          <a:lstStyle/>
          <a:p>
            <a:pPr marL="0" indent="0">
              <a:lnSpc>
                <a:spcPct val="103000"/>
              </a:lnSpc>
              <a:buNone/>
            </a:pPr>
            <a:r>
              <a:rPr lang="en-US" sz="1600" dirty="0">
                <a:solidFill>
                  <a:srgbClr val="E6EDF7"/>
                </a:solidFill>
                <a:latin typeface="Calibri" pitchFamily="34" charset="0"/>
                <a:ea typeface="Calibri" pitchFamily="34" charset="-122"/>
                <a:cs typeface="Calibri" pitchFamily="34" charset="-120"/>
              </a:rPr>
              <a:t>Natural questions about any satellite image.</a:t>
            </a:r>
            <a:endParaRPr lang="en-US" sz="1600" dirty="0"/>
          </a:p>
        </p:txBody>
      </p:sp>
      <p:sp>
        <p:nvSpPr>
          <p:cNvPr id="9" name="Text 7"/>
          <p:cNvSpPr/>
          <p:nvPr/>
        </p:nvSpPr>
        <p:spPr>
          <a:xfrm>
            <a:off x="1600200" y="2834640"/>
            <a:ext cx="4187952" cy="640080"/>
          </a:xfrm>
          <a:prstGeom prst="rect">
            <a:avLst/>
          </a:prstGeom>
          <a:noFill/>
          <a:ln/>
        </p:spPr>
        <p:txBody>
          <a:bodyPr wrap="square" rtlCol="0" anchor="ctr"/>
          <a:lstStyle/>
          <a:p>
            <a:pPr marL="0" indent="0">
              <a:lnSpc>
                <a:spcPct val="105000"/>
              </a:lnSpc>
              <a:buNone/>
            </a:pPr>
            <a:r>
              <a:rPr lang="en-US" sz="1600" b="1" dirty="0">
                <a:solidFill>
                  <a:srgbClr val="99F6E4"/>
                </a:solidFill>
                <a:latin typeface="Calibri" pitchFamily="34" charset="0"/>
                <a:ea typeface="Calibri" pitchFamily="34" charset="-122"/>
                <a:cs typeface="Calibri" pitchFamily="34" charset="-120"/>
              </a:rPr>
              <a:t>Benefit:  </a:t>
            </a:r>
            <a:r>
              <a:rPr lang="en-US" sz="1600" dirty="0">
                <a:solidFill>
                  <a:srgbClr val="9FB0CC"/>
                </a:solidFill>
                <a:latin typeface="Calibri" pitchFamily="34" charset="0"/>
                <a:ea typeface="Calibri" pitchFamily="34" charset="-122"/>
                <a:cs typeface="Calibri" pitchFamily="34" charset="-120"/>
              </a:rPr>
              <a:t>No specialist tools or training — anyone can use it.</a:t>
            </a:r>
            <a:endParaRPr lang="en-US" sz="1600" dirty="0"/>
          </a:p>
        </p:txBody>
      </p:sp>
      <p:sp>
        <p:nvSpPr>
          <p:cNvPr id="10" name="Shape 8"/>
          <p:cNvSpPr/>
          <p:nvPr/>
        </p:nvSpPr>
        <p:spPr>
          <a:xfrm>
            <a:off x="6245352" y="1600200"/>
            <a:ext cx="5468112" cy="2011680"/>
          </a:xfrm>
          <a:prstGeom prst="roundRect">
            <a:avLst>
              <a:gd name="adj" fmla="val 5455"/>
            </a:avLst>
          </a:prstGeom>
          <a:solidFill>
            <a:srgbClr val="16213B"/>
          </a:solidFill>
          <a:ln w="12700">
            <a:solidFill>
              <a:srgbClr val="26324F"/>
            </a:solidFill>
            <a:prstDash val="solid"/>
          </a:ln>
        </p:spPr>
        <p:txBody>
          <a:bodyPr/>
          <a:lstStyle/>
          <a:p>
            <a:endParaRPr lang="en-IN"/>
          </a:p>
        </p:txBody>
      </p:sp>
      <p:sp>
        <p:nvSpPr>
          <p:cNvPr id="11" name="Shape 9"/>
          <p:cNvSpPr/>
          <p:nvPr/>
        </p:nvSpPr>
        <p:spPr>
          <a:xfrm>
            <a:off x="6501384" y="1856232"/>
            <a:ext cx="566928" cy="566928"/>
          </a:xfrm>
          <a:prstGeom prst="roundRect">
            <a:avLst>
              <a:gd name="adj" fmla="val 16129"/>
            </a:avLst>
          </a:prstGeom>
          <a:solidFill>
            <a:srgbClr val="14B8A6"/>
          </a:solidFill>
          <a:ln w="12700">
            <a:solidFill>
              <a:srgbClr val="2DD4BF"/>
            </a:solidFill>
            <a:prstDash val="solid"/>
          </a:ln>
        </p:spPr>
        <p:txBody>
          <a:bodyPr/>
          <a:lstStyle/>
          <a:p>
            <a:endParaRPr lang="en-IN"/>
          </a:p>
        </p:txBody>
      </p:sp>
      <p:sp>
        <p:nvSpPr>
          <p:cNvPr id="12" name="Text 10"/>
          <p:cNvSpPr/>
          <p:nvPr/>
        </p:nvSpPr>
        <p:spPr>
          <a:xfrm>
            <a:off x="6501384" y="1856232"/>
            <a:ext cx="566928" cy="566928"/>
          </a:xfrm>
          <a:prstGeom prst="rect">
            <a:avLst/>
          </a:prstGeom>
          <a:noFill/>
          <a:ln/>
        </p:spPr>
        <p:txBody>
          <a:bodyPr wrap="square" rtlCol="0" anchor="ctr"/>
          <a:lstStyle/>
          <a:p>
            <a:pPr marL="0" indent="0" algn="ctr">
              <a:buNone/>
            </a:pPr>
            <a:r>
              <a:rPr lang="en-US" sz="1860" b="1" dirty="0">
                <a:solidFill>
                  <a:srgbClr val="062522"/>
                </a:solidFill>
                <a:latin typeface="Calibri" pitchFamily="34" charset="0"/>
                <a:ea typeface="Calibri" pitchFamily="34" charset="-122"/>
                <a:cs typeface="Calibri" pitchFamily="34" charset="-120"/>
              </a:rPr>
              <a:t>2</a:t>
            </a:r>
            <a:endParaRPr lang="en-US" sz="1860" dirty="0"/>
          </a:p>
        </p:txBody>
      </p:sp>
      <p:sp>
        <p:nvSpPr>
          <p:cNvPr id="13" name="Text 11"/>
          <p:cNvSpPr/>
          <p:nvPr/>
        </p:nvSpPr>
        <p:spPr>
          <a:xfrm>
            <a:off x="7296912" y="1828800"/>
            <a:ext cx="4187952" cy="411480"/>
          </a:xfrm>
          <a:prstGeom prst="rect">
            <a:avLst/>
          </a:prstGeom>
          <a:noFill/>
          <a:ln/>
        </p:spPr>
        <p:txBody>
          <a:bodyPr wrap="square" rtlCol="0" anchor="ctr"/>
          <a:lstStyle/>
          <a:p>
            <a:r>
              <a:rPr lang="en-US" sz="2400" b="1" dirty="0">
                <a:solidFill>
                  <a:srgbClr val="2DD4BF"/>
                </a:solidFill>
                <a:latin typeface="Calibri" pitchFamily="34" charset="0"/>
                <a:ea typeface="Calibri" pitchFamily="34" charset="-122"/>
                <a:cs typeface="Calibri" pitchFamily="34" charset="-120"/>
              </a:rPr>
              <a:t>Answer + visible evidence</a:t>
            </a:r>
          </a:p>
        </p:txBody>
      </p:sp>
      <p:sp>
        <p:nvSpPr>
          <p:cNvPr id="14" name="Text 12"/>
          <p:cNvSpPr/>
          <p:nvPr/>
        </p:nvSpPr>
        <p:spPr>
          <a:xfrm>
            <a:off x="7296912" y="2456915"/>
            <a:ext cx="4187952" cy="457200"/>
          </a:xfrm>
          <a:prstGeom prst="rect">
            <a:avLst/>
          </a:prstGeom>
          <a:noFill/>
          <a:ln/>
        </p:spPr>
        <p:txBody>
          <a:bodyPr wrap="square" rtlCol="0" anchor="ctr"/>
          <a:lstStyle/>
          <a:p>
            <a:pPr marL="0" indent="0">
              <a:lnSpc>
                <a:spcPct val="103000"/>
              </a:lnSpc>
              <a:buNone/>
            </a:pPr>
            <a:r>
              <a:rPr lang="en-US" sz="1600" dirty="0">
                <a:solidFill>
                  <a:srgbClr val="E6EDF7"/>
                </a:solidFill>
                <a:latin typeface="Calibri" pitchFamily="34" charset="0"/>
                <a:ea typeface="Calibri" pitchFamily="34" charset="-122"/>
                <a:cs typeface="Calibri" pitchFamily="34" charset="-120"/>
              </a:rPr>
              <a:t>Draws the detected objects behind each answer.</a:t>
            </a:r>
            <a:endParaRPr lang="en-US" sz="1600" dirty="0"/>
          </a:p>
        </p:txBody>
      </p:sp>
      <p:sp>
        <p:nvSpPr>
          <p:cNvPr id="15" name="Text 13"/>
          <p:cNvSpPr/>
          <p:nvPr/>
        </p:nvSpPr>
        <p:spPr>
          <a:xfrm>
            <a:off x="7296912" y="2871216"/>
            <a:ext cx="4187952" cy="640080"/>
          </a:xfrm>
          <a:prstGeom prst="rect">
            <a:avLst/>
          </a:prstGeom>
          <a:noFill/>
          <a:ln/>
        </p:spPr>
        <p:txBody>
          <a:bodyPr wrap="square" rtlCol="0" anchor="ctr"/>
          <a:lstStyle/>
          <a:p>
            <a:pPr marL="0" indent="0">
              <a:lnSpc>
                <a:spcPct val="105000"/>
              </a:lnSpc>
              <a:buNone/>
            </a:pPr>
            <a:r>
              <a:rPr lang="en-US" sz="1600" b="1" dirty="0">
                <a:solidFill>
                  <a:srgbClr val="99F6E4"/>
                </a:solidFill>
                <a:latin typeface="Calibri" pitchFamily="34" charset="0"/>
                <a:ea typeface="Calibri" pitchFamily="34" charset="-122"/>
                <a:cs typeface="Calibri" pitchFamily="34" charset="-120"/>
              </a:rPr>
              <a:t>Benefit:  </a:t>
            </a:r>
            <a:r>
              <a:rPr lang="en-US" sz="1600" dirty="0">
                <a:solidFill>
                  <a:srgbClr val="9FB0CC"/>
                </a:solidFill>
                <a:latin typeface="Calibri" pitchFamily="34" charset="0"/>
                <a:ea typeface="Calibri" pitchFamily="34" charset="-122"/>
                <a:cs typeface="Calibri" pitchFamily="34" charset="-120"/>
              </a:rPr>
              <a:t>People verify, not just trust — critical for decisions.</a:t>
            </a:r>
            <a:endParaRPr lang="en-US" sz="1600" dirty="0"/>
          </a:p>
        </p:txBody>
      </p:sp>
      <p:sp>
        <p:nvSpPr>
          <p:cNvPr id="16" name="Shape 14"/>
          <p:cNvSpPr/>
          <p:nvPr/>
        </p:nvSpPr>
        <p:spPr>
          <a:xfrm>
            <a:off x="548640" y="3840480"/>
            <a:ext cx="5468112" cy="2011680"/>
          </a:xfrm>
          <a:prstGeom prst="roundRect">
            <a:avLst>
              <a:gd name="adj" fmla="val 5455"/>
            </a:avLst>
          </a:prstGeom>
          <a:solidFill>
            <a:srgbClr val="16213B"/>
          </a:solidFill>
          <a:ln w="12700">
            <a:solidFill>
              <a:srgbClr val="26324F"/>
            </a:solidFill>
            <a:prstDash val="solid"/>
          </a:ln>
        </p:spPr>
        <p:txBody>
          <a:bodyPr/>
          <a:lstStyle/>
          <a:p>
            <a:endParaRPr lang="en-IN"/>
          </a:p>
        </p:txBody>
      </p:sp>
      <p:sp>
        <p:nvSpPr>
          <p:cNvPr id="17" name="Shape 15"/>
          <p:cNvSpPr/>
          <p:nvPr/>
        </p:nvSpPr>
        <p:spPr>
          <a:xfrm>
            <a:off x="804672" y="4096512"/>
            <a:ext cx="566928" cy="566928"/>
          </a:xfrm>
          <a:prstGeom prst="roundRect">
            <a:avLst>
              <a:gd name="adj" fmla="val 16129"/>
            </a:avLst>
          </a:prstGeom>
          <a:solidFill>
            <a:srgbClr val="14B8A6"/>
          </a:solidFill>
          <a:ln w="12700">
            <a:solidFill>
              <a:srgbClr val="2DD4BF"/>
            </a:solidFill>
            <a:prstDash val="solid"/>
          </a:ln>
        </p:spPr>
        <p:txBody>
          <a:bodyPr/>
          <a:lstStyle/>
          <a:p>
            <a:endParaRPr lang="en-IN"/>
          </a:p>
        </p:txBody>
      </p:sp>
      <p:sp>
        <p:nvSpPr>
          <p:cNvPr id="18" name="Text 16"/>
          <p:cNvSpPr/>
          <p:nvPr/>
        </p:nvSpPr>
        <p:spPr>
          <a:xfrm>
            <a:off x="804672" y="4096512"/>
            <a:ext cx="566928" cy="566928"/>
          </a:xfrm>
          <a:prstGeom prst="rect">
            <a:avLst/>
          </a:prstGeom>
          <a:noFill/>
          <a:ln/>
        </p:spPr>
        <p:txBody>
          <a:bodyPr wrap="square" rtlCol="0" anchor="ctr"/>
          <a:lstStyle/>
          <a:p>
            <a:pPr marL="0" indent="0" algn="ctr">
              <a:buNone/>
            </a:pPr>
            <a:r>
              <a:rPr lang="en-US" sz="1860" b="1" dirty="0">
                <a:solidFill>
                  <a:srgbClr val="062522"/>
                </a:solidFill>
                <a:latin typeface="Calibri" pitchFamily="34" charset="0"/>
                <a:ea typeface="Calibri" pitchFamily="34" charset="-122"/>
                <a:cs typeface="Calibri" pitchFamily="34" charset="-120"/>
              </a:rPr>
              <a:t>3</a:t>
            </a:r>
            <a:endParaRPr lang="en-US" sz="1860" dirty="0"/>
          </a:p>
        </p:txBody>
      </p:sp>
      <p:sp>
        <p:nvSpPr>
          <p:cNvPr id="19" name="Text 17"/>
          <p:cNvSpPr/>
          <p:nvPr/>
        </p:nvSpPr>
        <p:spPr>
          <a:xfrm>
            <a:off x="1600200" y="4069080"/>
            <a:ext cx="4187952" cy="411480"/>
          </a:xfrm>
          <a:prstGeom prst="rect">
            <a:avLst/>
          </a:prstGeom>
          <a:noFill/>
          <a:ln/>
        </p:spPr>
        <p:txBody>
          <a:bodyPr wrap="square" rtlCol="0" anchor="ctr"/>
          <a:lstStyle/>
          <a:p>
            <a:pPr indent="0">
              <a:buNone/>
            </a:pPr>
            <a:r>
              <a:rPr lang="en-US" sz="2400" b="1" dirty="0">
                <a:solidFill>
                  <a:srgbClr val="2DD4BF"/>
                </a:solidFill>
                <a:latin typeface="Calibri" pitchFamily="34" charset="0"/>
                <a:ea typeface="Calibri" pitchFamily="34" charset="-122"/>
                <a:cs typeface="Calibri" pitchFamily="34" charset="-120"/>
              </a:rPr>
              <a:t>Knows when to abstain</a:t>
            </a:r>
          </a:p>
        </p:txBody>
      </p:sp>
      <p:sp>
        <p:nvSpPr>
          <p:cNvPr id="20" name="Text 18"/>
          <p:cNvSpPr/>
          <p:nvPr/>
        </p:nvSpPr>
        <p:spPr>
          <a:xfrm>
            <a:off x="1600200" y="4694374"/>
            <a:ext cx="4187952" cy="457200"/>
          </a:xfrm>
          <a:prstGeom prst="rect">
            <a:avLst/>
          </a:prstGeom>
          <a:noFill/>
          <a:ln/>
        </p:spPr>
        <p:txBody>
          <a:bodyPr wrap="square" rtlCol="0" anchor="ctr"/>
          <a:lstStyle/>
          <a:p>
            <a:pPr marL="0" indent="0">
              <a:lnSpc>
                <a:spcPct val="103000"/>
              </a:lnSpc>
              <a:buNone/>
            </a:pPr>
            <a:r>
              <a:rPr lang="en-US" sz="1600" dirty="0">
                <a:solidFill>
                  <a:srgbClr val="E6EDF7"/>
                </a:solidFill>
                <a:latin typeface="Calibri" pitchFamily="34" charset="0"/>
                <a:ea typeface="Calibri" pitchFamily="34" charset="-122"/>
                <a:cs typeface="Calibri" pitchFamily="34" charset="-120"/>
              </a:rPr>
              <a:t>Flags and declines likely wrong answers at high precision.</a:t>
            </a:r>
            <a:endParaRPr lang="en-US" sz="1600" dirty="0"/>
          </a:p>
        </p:txBody>
      </p:sp>
      <p:sp>
        <p:nvSpPr>
          <p:cNvPr id="21" name="Text 19"/>
          <p:cNvSpPr/>
          <p:nvPr/>
        </p:nvSpPr>
        <p:spPr>
          <a:xfrm>
            <a:off x="1600200" y="5074920"/>
            <a:ext cx="4187952" cy="640080"/>
          </a:xfrm>
          <a:prstGeom prst="rect">
            <a:avLst/>
          </a:prstGeom>
          <a:noFill/>
          <a:ln/>
        </p:spPr>
        <p:txBody>
          <a:bodyPr wrap="square" rtlCol="0" anchor="ctr"/>
          <a:lstStyle/>
          <a:p>
            <a:pPr marL="0" indent="0">
              <a:lnSpc>
                <a:spcPct val="105000"/>
              </a:lnSpc>
              <a:buNone/>
            </a:pPr>
            <a:r>
              <a:rPr lang="en-US" sz="1600" b="1" dirty="0">
                <a:solidFill>
                  <a:srgbClr val="99F6E4"/>
                </a:solidFill>
                <a:latin typeface="Calibri" pitchFamily="34" charset="0"/>
                <a:ea typeface="Calibri" pitchFamily="34" charset="-122"/>
                <a:cs typeface="Calibri" pitchFamily="34" charset="-120"/>
              </a:rPr>
              <a:t>Benefit:  </a:t>
            </a:r>
            <a:r>
              <a:rPr lang="en-US" sz="1600" dirty="0">
                <a:solidFill>
                  <a:srgbClr val="9FB0CC"/>
                </a:solidFill>
                <a:latin typeface="Calibri" pitchFamily="34" charset="0"/>
                <a:ea typeface="Calibri" pitchFamily="34" charset="-122"/>
                <a:cs typeface="Calibri" pitchFamily="34" charset="-120"/>
              </a:rPr>
              <a:t>Avoids costly confident mistakes.</a:t>
            </a:r>
            <a:endParaRPr lang="en-US" sz="1600" dirty="0"/>
          </a:p>
        </p:txBody>
      </p:sp>
      <p:sp>
        <p:nvSpPr>
          <p:cNvPr id="22" name="Shape 20"/>
          <p:cNvSpPr/>
          <p:nvPr/>
        </p:nvSpPr>
        <p:spPr>
          <a:xfrm>
            <a:off x="6245352" y="3840480"/>
            <a:ext cx="5468112" cy="2011680"/>
          </a:xfrm>
          <a:prstGeom prst="roundRect">
            <a:avLst>
              <a:gd name="adj" fmla="val 5455"/>
            </a:avLst>
          </a:prstGeom>
          <a:solidFill>
            <a:srgbClr val="16213B"/>
          </a:solidFill>
          <a:ln w="12700">
            <a:solidFill>
              <a:srgbClr val="26324F"/>
            </a:solidFill>
            <a:prstDash val="solid"/>
          </a:ln>
        </p:spPr>
        <p:txBody>
          <a:bodyPr/>
          <a:lstStyle/>
          <a:p>
            <a:endParaRPr lang="en-IN"/>
          </a:p>
        </p:txBody>
      </p:sp>
      <p:sp>
        <p:nvSpPr>
          <p:cNvPr id="23" name="Shape 21"/>
          <p:cNvSpPr/>
          <p:nvPr/>
        </p:nvSpPr>
        <p:spPr>
          <a:xfrm>
            <a:off x="6501384" y="4096512"/>
            <a:ext cx="566928" cy="566928"/>
          </a:xfrm>
          <a:prstGeom prst="roundRect">
            <a:avLst>
              <a:gd name="adj" fmla="val 16129"/>
            </a:avLst>
          </a:prstGeom>
          <a:solidFill>
            <a:srgbClr val="14B8A6"/>
          </a:solidFill>
          <a:ln w="12700">
            <a:solidFill>
              <a:srgbClr val="2DD4BF"/>
            </a:solidFill>
            <a:prstDash val="solid"/>
          </a:ln>
        </p:spPr>
        <p:txBody>
          <a:bodyPr/>
          <a:lstStyle/>
          <a:p>
            <a:endParaRPr lang="en-IN"/>
          </a:p>
        </p:txBody>
      </p:sp>
      <p:sp>
        <p:nvSpPr>
          <p:cNvPr id="24" name="Text 22"/>
          <p:cNvSpPr/>
          <p:nvPr/>
        </p:nvSpPr>
        <p:spPr>
          <a:xfrm>
            <a:off x="6501384" y="4096512"/>
            <a:ext cx="566928" cy="566928"/>
          </a:xfrm>
          <a:prstGeom prst="rect">
            <a:avLst/>
          </a:prstGeom>
          <a:noFill/>
          <a:ln/>
        </p:spPr>
        <p:txBody>
          <a:bodyPr wrap="square" rtlCol="0" anchor="ctr"/>
          <a:lstStyle/>
          <a:p>
            <a:pPr marL="0" indent="0" algn="ctr">
              <a:buNone/>
            </a:pPr>
            <a:r>
              <a:rPr lang="en-US" sz="1860" b="1" dirty="0">
                <a:solidFill>
                  <a:srgbClr val="062522"/>
                </a:solidFill>
                <a:latin typeface="Calibri" pitchFamily="34" charset="0"/>
                <a:ea typeface="Calibri" pitchFamily="34" charset="-122"/>
                <a:cs typeface="Calibri" pitchFamily="34" charset="-120"/>
              </a:rPr>
              <a:t>4</a:t>
            </a:r>
            <a:endParaRPr lang="en-US" sz="1860" dirty="0"/>
          </a:p>
        </p:txBody>
      </p:sp>
      <p:sp>
        <p:nvSpPr>
          <p:cNvPr id="25" name="Text 23"/>
          <p:cNvSpPr/>
          <p:nvPr/>
        </p:nvSpPr>
        <p:spPr>
          <a:xfrm>
            <a:off x="7296912" y="4069080"/>
            <a:ext cx="4187952" cy="411480"/>
          </a:xfrm>
          <a:prstGeom prst="rect">
            <a:avLst/>
          </a:prstGeom>
          <a:noFill/>
          <a:ln/>
        </p:spPr>
        <p:txBody>
          <a:bodyPr wrap="square" rtlCol="0" anchor="ctr"/>
          <a:lstStyle/>
          <a:p>
            <a:r>
              <a:rPr lang="en-US" sz="2400" b="1" dirty="0">
                <a:solidFill>
                  <a:srgbClr val="2DD4BF"/>
                </a:solidFill>
                <a:latin typeface="Calibri" pitchFamily="34" charset="0"/>
                <a:ea typeface="Calibri" pitchFamily="34" charset="-122"/>
                <a:cs typeface="Calibri" pitchFamily="34" charset="-120"/>
              </a:rPr>
              <a:t>Fully local &amp; private</a:t>
            </a:r>
          </a:p>
        </p:txBody>
      </p:sp>
      <p:sp>
        <p:nvSpPr>
          <p:cNvPr id="26" name="Text 24"/>
          <p:cNvSpPr/>
          <p:nvPr/>
        </p:nvSpPr>
        <p:spPr>
          <a:xfrm>
            <a:off x="7296912" y="4633284"/>
            <a:ext cx="4187952" cy="457200"/>
          </a:xfrm>
          <a:prstGeom prst="rect">
            <a:avLst/>
          </a:prstGeom>
          <a:noFill/>
          <a:ln/>
        </p:spPr>
        <p:txBody>
          <a:bodyPr wrap="square" rtlCol="0" anchor="ctr"/>
          <a:lstStyle/>
          <a:p>
            <a:pPr marL="0" indent="0">
              <a:lnSpc>
                <a:spcPct val="103000"/>
              </a:lnSpc>
              <a:buNone/>
            </a:pPr>
            <a:r>
              <a:rPr lang="en-US" sz="1600" dirty="0">
                <a:solidFill>
                  <a:srgbClr val="E6EDF7"/>
                </a:solidFill>
                <a:latin typeface="Calibri" pitchFamily="34" charset="0"/>
                <a:ea typeface="Calibri" pitchFamily="34" charset="-122"/>
                <a:cs typeface="Calibri" pitchFamily="34" charset="-120"/>
              </a:rPr>
              <a:t>Runs in 4-bit on a laptop GPU — offline.</a:t>
            </a:r>
            <a:endParaRPr lang="en-US" sz="1600" dirty="0"/>
          </a:p>
        </p:txBody>
      </p:sp>
      <p:sp>
        <p:nvSpPr>
          <p:cNvPr id="27" name="Text 25"/>
          <p:cNvSpPr/>
          <p:nvPr/>
        </p:nvSpPr>
        <p:spPr>
          <a:xfrm>
            <a:off x="7296912" y="5074920"/>
            <a:ext cx="4187952" cy="640080"/>
          </a:xfrm>
          <a:prstGeom prst="rect">
            <a:avLst/>
          </a:prstGeom>
          <a:noFill/>
          <a:ln/>
        </p:spPr>
        <p:txBody>
          <a:bodyPr wrap="square" rtlCol="0" anchor="ctr"/>
          <a:lstStyle/>
          <a:p>
            <a:pPr marL="0" indent="0">
              <a:lnSpc>
                <a:spcPct val="105000"/>
              </a:lnSpc>
              <a:buNone/>
            </a:pPr>
            <a:r>
              <a:rPr lang="en-US" sz="1600" b="1" dirty="0">
                <a:solidFill>
                  <a:srgbClr val="99F6E4"/>
                </a:solidFill>
                <a:latin typeface="Calibri" pitchFamily="34" charset="0"/>
                <a:ea typeface="Calibri" pitchFamily="34" charset="-122"/>
                <a:cs typeface="Calibri" pitchFamily="34" charset="-120"/>
              </a:rPr>
              <a:t>Benefit:  </a:t>
            </a:r>
            <a:r>
              <a:rPr lang="en-US" sz="1600" dirty="0">
                <a:solidFill>
                  <a:srgbClr val="9FB0CC"/>
                </a:solidFill>
                <a:latin typeface="Calibri" pitchFamily="34" charset="0"/>
                <a:ea typeface="Calibri" pitchFamily="34" charset="-122"/>
                <a:cs typeface="Calibri" pitchFamily="34" charset="-120"/>
              </a:rPr>
              <a:t>No cloud, no data leaving site, no per-query cost.</a:t>
            </a:r>
            <a:endParaRPr lang="en-US" sz="1600" dirty="0"/>
          </a:p>
        </p:txBody>
      </p:sp>
      <p:pic>
        <p:nvPicPr>
          <p:cNvPr id="30" name="Image 0" descr="/sessions/great-eloquent-pascal/mnt/project/FM12A/logo/RSVQA_icon_1024.png">
            <a:extLst>
              <a:ext uri="{FF2B5EF4-FFF2-40B4-BE49-F238E27FC236}">
                <a16:creationId xmlns:a16="http://schemas.microsoft.com/office/drawing/2014/main" id="{50ED2967-2D15-49E9-A9BA-2848EC71E74B}"/>
              </a:ext>
            </a:extLst>
          </p:cNvPr>
          <p:cNvPicPr>
            <a:picLocks noChangeAspect="1"/>
          </p:cNvPicPr>
          <p:nvPr/>
        </p:nvPicPr>
        <p:blipFill>
          <a:blip r:embed="rId3"/>
          <a:stretch>
            <a:fillRect/>
          </a:stretch>
        </p:blipFill>
        <p:spPr>
          <a:xfrm>
            <a:off x="10412487" y="262647"/>
            <a:ext cx="1200393" cy="1200393"/>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658368"/>
            <a:ext cx="11064240" cy="8686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Four simple steps — no expertise required</a:t>
            </a:r>
            <a:endParaRPr lang="en-US" sz="3000" dirty="0"/>
          </a:p>
        </p:txBody>
      </p:sp>
      <p:sp>
        <p:nvSpPr>
          <p:cNvPr id="4" name="Shape 2"/>
          <p:cNvSpPr/>
          <p:nvPr/>
        </p:nvSpPr>
        <p:spPr>
          <a:xfrm>
            <a:off x="548640" y="2194560"/>
            <a:ext cx="2651760" cy="2468880"/>
          </a:xfrm>
          <a:prstGeom prst="roundRect">
            <a:avLst>
              <a:gd name="adj" fmla="val 4444"/>
            </a:avLst>
          </a:prstGeom>
          <a:solidFill>
            <a:srgbClr val="16213B"/>
          </a:solidFill>
          <a:ln w="12700">
            <a:solidFill>
              <a:srgbClr val="26324F"/>
            </a:solidFill>
            <a:prstDash val="solid"/>
          </a:ln>
        </p:spPr>
        <p:txBody>
          <a:bodyPr/>
          <a:lstStyle/>
          <a:p>
            <a:endParaRPr lang="en-IN"/>
          </a:p>
        </p:txBody>
      </p:sp>
      <p:sp>
        <p:nvSpPr>
          <p:cNvPr id="5" name="Shape 3"/>
          <p:cNvSpPr/>
          <p:nvPr/>
        </p:nvSpPr>
        <p:spPr>
          <a:xfrm>
            <a:off x="1554480" y="1892808"/>
            <a:ext cx="640080" cy="640080"/>
          </a:xfrm>
          <a:prstGeom prst="ellipse">
            <a:avLst/>
          </a:prstGeom>
          <a:solidFill>
            <a:srgbClr val="14B8A6"/>
          </a:solidFill>
          <a:ln/>
        </p:spPr>
        <p:txBody>
          <a:bodyPr/>
          <a:lstStyle/>
          <a:p>
            <a:endParaRPr lang="en-IN"/>
          </a:p>
        </p:txBody>
      </p:sp>
      <p:sp>
        <p:nvSpPr>
          <p:cNvPr id="6" name="Text 4"/>
          <p:cNvSpPr/>
          <p:nvPr/>
        </p:nvSpPr>
        <p:spPr>
          <a:xfrm>
            <a:off x="1554480" y="1892808"/>
            <a:ext cx="640080" cy="640080"/>
          </a:xfrm>
          <a:prstGeom prst="rect">
            <a:avLst/>
          </a:prstGeom>
          <a:noFill/>
          <a:ln/>
        </p:spPr>
        <p:txBody>
          <a:bodyPr wrap="square" rtlCol="0" anchor="ctr"/>
          <a:lstStyle/>
          <a:p>
            <a:pPr marL="0" indent="0" algn="ctr">
              <a:buNone/>
            </a:pPr>
            <a:r>
              <a:rPr lang="en-US" sz="2200" b="1" dirty="0">
                <a:solidFill>
                  <a:srgbClr val="062522"/>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685800" y="2468880"/>
            <a:ext cx="2377440" cy="45720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Upload</a:t>
            </a:r>
            <a:endParaRPr lang="en-US" dirty="0"/>
          </a:p>
        </p:txBody>
      </p:sp>
      <p:sp>
        <p:nvSpPr>
          <p:cNvPr id="8" name="Text 6"/>
          <p:cNvSpPr/>
          <p:nvPr/>
        </p:nvSpPr>
        <p:spPr>
          <a:xfrm>
            <a:off x="731520" y="3903709"/>
            <a:ext cx="2286000" cy="822960"/>
          </a:xfrm>
          <a:prstGeom prst="rect">
            <a:avLst/>
          </a:prstGeom>
          <a:noFill/>
          <a:ln/>
        </p:spPr>
        <p:txBody>
          <a:bodyPr wrap="square" rtlCol="0" anchor="ctr"/>
          <a:lstStyle/>
          <a:p>
            <a:pPr marL="0" indent="0" algn="ctr">
              <a:lnSpc>
                <a:spcPct val="108000"/>
              </a:lnSpc>
              <a:buNone/>
            </a:pPr>
            <a:r>
              <a:rPr lang="en-US" sz="1400" dirty="0">
                <a:solidFill>
                  <a:schemeClr val="bg1"/>
                </a:solidFill>
                <a:latin typeface="Calibri" pitchFamily="34" charset="0"/>
                <a:ea typeface="Calibri" pitchFamily="34" charset="-122"/>
                <a:cs typeface="Calibri" pitchFamily="34" charset="-120"/>
              </a:rPr>
              <a:t>a satellite or aerial image</a:t>
            </a:r>
            <a:endParaRPr lang="en-US" sz="1400" dirty="0">
              <a:solidFill>
                <a:schemeClr val="bg1"/>
              </a:solidFill>
            </a:endParaRPr>
          </a:p>
        </p:txBody>
      </p:sp>
      <p:sp>
        <p:nvSpPr>
          <p:cNvPr id="9" name="Shape 7"/>
          <p:cNvSpPr/>
          <p:nvPr/>
        </p:nvSpPr>
        <p:spPr>
          <a:xfrm>
            <a:off x="3200400" y="3264408"/>
            <a:ext cx="164592" cy="329184"/>
          </a:xfrm>
          <a:prstGeom prst="rightArrow">
            <a:avLst/>
          </a:prstGeom>
          <a:solidFill>
            <a:srgbClr val="2DD4BF"/>
          </a:solidFill>
          <a:ln/>
        </p:spPr>
        <p:txBody>
          <a:bodyPr/>
          <a:lstStyle/>
          <a:p>
            <a:endParaRPr lang="en-IN"/>
          </a:p>
        </p:txBody>
      </p:sp>
      <p:sp>
        <p:nvSpPr>
          <p:cNvPr id="10" name="Shape 8"/>
          <p:cNvSpPr/>
          <p:nvPr/>
        </p:nvSpPr>
        <p:spPr>
          <a:xfrm>
            <a:off x="3364992" y="2194560"/>
            <a:ext cx="2651760" cy="2468880"/>
          </a:xfrm>
          <a:prstGeom prst="roundRect">
            <a:avLst>
              <a:gd name="adj" fmla="val 4444"/>
            </a:avLst>
          </a:prstGeom>
          <a:solidFill>
            <a:srgbClr val="16213B"/>
          </a:solidFill>
          <a:ln w="12700">
            <a:solidFill>
              <a:srgbClr val="26324F"/>
            </a:solidFill>
            <a:prstDash val="solid"/>
          </a:ln>
        </p:spPr>
        <p:txBody>
          <a:bodyPr/>
          <a:lstStyle/>
          <a:p>
            <a:endParaRPr lang="en-IN"/>
          </a:p>
        </p:txBody>
      </p:sp>
      <p:sp>
        <p:nvSpPr>
          <p:cNvPr id="11" name="Shape 9"/>
          <p:cNvSpPr/>
          <p:nvPr/>
        </p:nvSpPr>
        <p:spPr>
          <a:xfrm>
            <a:off x="4370832" y="1892808"/>
            <a:ext cx="640080" cy="640080"/>
          </a:xfrm>
          <a:prstGeom prst="ellipse">
            <a:avLst/>
          </a:prstGeom>
          <a:solidFill>
            <a:srgbClr val="14B8A6"/>
          </a:solidFill>
          <a:ln/>
        </p:spPr>
        <p:txBody>
          <a:bodyPr/>
          <a:lstStyle/>
          <a:p>
            <a:endParaRPr lang="en-IN"/>
          </a:p>
        </p:txBody>
      </p:sp>
      <p:sp>
        <p:nvSpPr>
          <p:cNvPr id="12" name="Text 10"/>
          <p:cNvSpPr/>
          <p:nvPr/>
        </p:nvSpPr>
        <p:spPr>
          <a:xfrm>
            <a:off x="4370832" y="1892808"/>
            <a:ext cx="640080" cy="640080"/>
          </a:xfrm>
          <a:prstGeom prst="rect">
            <a:avLst/>
          </a:prstGeom>
          <a:noFill/>
          <a:ln/>
        </p:spPr>
        <p:txBody>
          <a:bodyPr wrap="square" rtlCol="0" anchor="ctr"/>
          <a:lstStyle/>
          <a:p>
            <a:pPr marL="0" indent="0" algn="ctr">
              <a:buNone/>
            </a:pPr>
            <a:r>
              <a:rPr lang="en-US" sz="2200" b="1" dirty="0">
                <a:solidFill>
                  <a:srgbClr val="062522"/>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3502152" y="2487168"/>
            <a:ext cx="2377440" cy="45720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Ask</a:t>
            </a:r>
            <a:endParaRPr lang="en-US" dirty="0"/>
          </a:p>
        </p:txBody>
      </p:sp>
      <p:sp>
        <p:nvSpPr>
          <p:cNvPr id="14" name="Text 12"/>
          <p:cNvSpPr/>
          <p:nvPr/>
        </p:nvSpPr>
        <p:spPr>
          <a:xfrm>
            <a:off x="3467137" y="3918497"/>
            <a:ext cx="2450592" cy="822960"/>
          </a:xfrm>
          <a:prstGeom prst="rect">
            <a:avLst/>
          </a:prstGeom>
          <a:noFill/>
          <a:ln/>
        </p:spPr>
        <p:txBody>
          <a:bodyPr wrap="square" rtlCol="0" anchor="ctr"/>
          <a:lstStyle/>
          <a:p>
            <a:pPr marL="0" indent="0" algn="ctr">
              <a:lnSpc>
                <a:spcPct val="108000"/>
              </a:lnSpc>
              <a:buNone/>
            </a:pPr>
            <a:r>
              <a:rPr lang="en-US" sz="1400" dirty="0">
                <a:solidFill>
                  <a:schemeClr val="bg1"/>
                </a:solidFill>
                <a:latin typeface="Calibri" pitchFamily="34" charset="0"/>
                <a:ea typeface="Calibri" pitchFamily="34" charset="-122"/>
                <a:cs typeface="Calibri" pitchFamily="34" charset="-120"/>
              </a:rPr>
              <a:t>a question in plain English</a:t>
            </a:r>
          </a:p>
        </p:txBody>
      </p:sp>
      <p:sp>
        <p:nvSpPr>
          <p:cNvPr id="15" name="Shape 13"/>
          <p:cNvSpPr/>
          <p:nvPr/>
        </p:nvSpPr>
        <p:spPr>
          <a:xfrm>
            <a:off x="6016752" y="3264408"/>
            <a:ext cx="164592" cy="329184"/>
          </a:xfrm>
          <a:prstGeom prst="rightArrow">
            <a:avLst/>
          </a:prstGeom>
          <a:solidFill>
            <a:srgbClr val="2DD4BF"/>
          </a:solidFill>
          <a:ln/>
        </p:spPr>
        <p:txBody>
          <a:bodyPr/>
          <a:lstStyle/>
          <a:p>
            <a:endParaRPr lang="en-IN"/>
          </a:p>
        </p:txBody>
      </p:sp>
      <p:sp>
        <p:nvSpPr>
          <p:cNvPr id="16" name="Shape 14"/>
          <p:cNvSpPr/>
          <p:nvPr/>
        </p:nvSpPr>
        <p:spPr>
          <a:xfrm>
            <a:off x="6181344" y="2212848"/>
            <a:ext cx="2651760" cy="2468880"/>
          </a:xfrm>
          <a:prstGeom prst="roundRect">
            <a:avLst>
              <a:gd name="adj" fmla="val 4444"/>
            </a:avLst>
          </a:prstGeom>
          <a:solidFill>
            <a:srgbClr val="16213B"/>
          </a:solidFill>
          <a:ln w="12700">
            <a:solidFill>
              <a:srgbClr val="26324F"/>
            </a:solidFill>
            <a:prstDash val="solid"/>
          </a:ln>
        </p:spPr>
        <p:txBody>
          <a:bodyPr/>
          <a:lstStyle/>
          <a:p>
            <a:endParaRPr lang="en-IN" dirty="0"/>
          </a:p>
        </p:txBody>
      </p:sp>
      <p:sp>
        <p:nvSpPr>
          <p:cNvPr id="17" name="Shape 15"/>
          <p:cNvSpPr/>
          <p:nvPr/>
        </p:nvSpPr>
        <p:spPr>
          <a:xfrm>
            <a:off x="7187184" y="1874520"/>
            <a:ext cx="640080" cy="640080"/>
          </a:xfrm>
          <a:prstGeom prst="ellipse">
            <a:avLst/>
          </a:prstGeom>
          <a:solidFill>
            <a:srgbClr val="14B8A6"/>
          </a:solidFill>
          <a:ln/>
        </p:spPr>
        <p:txBody>
          <a:bodyPr/>
          <a:lstStyle/>
          <a:p>
            <a:endParaRPr lang="en-IN"/>
          </a:p>
        </p:txBody>
      </p:sp>
      <p:sp>
        <p:nvSpPr>
          <p:cNvPr id="18" name="Text 16"/>
          <p:cNvSpPr/>
          <p:nvPr/>
        </p:nvSpPr>
        <p:spPr>
          <a:xfrm>
            <a:off x="7187184" y="1885223"/>
            <a:ext cx="640080" cy="640080"/>
          </a:xfrm>
          <a:prstGeom prst="rect">
            <a:avLst/>
          </a:prstGeom>
          <a:noFill/>
          <a:ln/>
        </p:spPr>
        <p:txBody>
          <a:bodyPr wrap="square" rtlCol="0" anchor="ctr"/>
          <a:lstStyle/>
          <a:p>
            <a:pPr marL="0" indent="0" algn="ctr">
              <a:buNone/>
            </a:pPr>
            <a:r>
              <a:rPr lang="en-US" sz="2200" b="1" dirty="0">
                <a:solidFill>
                  <a:srgbClr val="062522"/>
                </a:solidFill>
                <a:latin typeface="Calibri" pitchFamily="34" charset="0"/>
                <a:ea typeface="Calibri" pitchFamily="34" charset="-122"/>
                <a:cs typeface="Calibri" pitchFamily="34" charset="-120"/>
              </a:rPr>
              <a:t>3</a:t>
            </a:r>
            <a:endParaRPr lang="en-US" sz="2200" dirty="0"/>
          </a:p>
        </p:txBody>
      </p:sp>
      <p:sp>
        <p:nvSpPr>
          <p:cNvPr id="19" name="Text 17"/>
          <p:cNvSpPr/>
          <p:nvPr/>
        </p:nvSpPr>
        <p:spPr>
          <a:xfrm>
            <a:off x="6376092" y="2476465"/>
            <a:ext cx="2377440" cy="45720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Answer + evidence</a:t>
            </a:r>
            <a:endParaRPr lang="en-US" dirty="0"/>
          </a:p>
        </p:txBody>
      </p:sp>
      <p:sp>
        <p:nvSpPr>
          <p:cNvPr id="20" name="Text 18"/>
          <p:cNvSpPr/>
          <p:nvPr/>
        </p:nvSpPr>
        <p:spPr>
          <a:xfrm>
            <a:off x="6364224" y="3858768"/>
            <a:ext cx="2286000" cy="822960"/>
          </a:xfrm>
          <a:prstGeom prst="rect">
            <a:avLst/>
          </a:prstGeom>
          <a:noFill/>
          <a:ln/>
        </p:spPr>
        <p:txBody>
          <a:bodyPr wrap="square" rtlCol="0" anchor="ctr"/>
          <a:lstStyle/>
          <a:p>
            <a:pPr marL="0" indent="0" algn="ctr">
              <a:lnSpc>
                <a:spcPct val="108000"/>
              </a:lnSpc>
              <a:buNone/>
            </a:pPr>
            <a:r>
              <a:rPr lang="en-US" sz="1400" dirty="0">
                <a:solidFill>
                  <a:schemeClr val="bg1"/>
                </a:solidFill>
                <a:latin typeface="Calibri" pitchFamily="34" charset="0"/>
                <a:ea typeface="Calibri" pitchFamily="34" charset="-122"/>
                <a:cs typeface="Calibri" pitchFamily="34" charset="-120"/>
              </a:rPr>
              <a:t>get a clear answer with the detected objects shown</a:t>
            </a:r>
          </a:p>
        </p:txBody>
      </p:sp>
      <p:sp>
        <p:nvSpPr>
          <p:cNvPr id="21" name="Shape 19"/>
          <p:cNvSpPr/>
          <p:nvPr/>
        </p:nvSpPr>
        <p:spPr>
          <a:xfrm>
            <a:off x="8833104" y="3264408"/>
            <a:ext cx="164592" cy="329184"/>
          </a:xfrm>
          <a:prstGeom prst="rightArrow">
            <a:avLst/>
          </a:prstGeom>
          <a:solidFill>
            <a:srgbClr val="2DD4BF"/>
          </a:solidFill>
          <a:ln/>
        </p:spPr>
        <p:txBody>
          <a:bodyPr/>
          <a:lstStyle/>
          <a:p>
            <a:endParaRPr lang="en-IN"/>
          </a:p>
        </p:txBody>
      </p:sp>
      <p:sp>
        <p:nvSpPr>
          <p:cNvPr id="22" name="Shape 20"/>
          <p:cNvSpPr/>
          <p:nvPr/>
        </p:nvSpPr>
        <p:spPr>
          <a:xfrm>
            <a:off x="9052236" y="2212848"/>
            <a:ext cx="2651760" cy="2468880"/>
          </a:xfrm>
          <a:prstGeom prst="roundRect">
            <a:avLst>
              <a:gd name="adj" fmla="val 4444"/>
            </a:avLst>
          </a:prstGeom>
          <a:solidFill>
            <a:srgbClr val="111A2E"/>
          </a:solidFill>
          <a:ln w="12700">
            <a:solidFill>
              <a:srgbClr val="26324F"/>
            </a:solidFill>
            <a:prstDash val="solid"/>
          </a:ln>
        </p:spPr>
        <p:txBody>
          <a:bodyPr/>
          <a:lstStyle/>
          <a:p>
            <a:endParaRPr lang="en-IN"/>
          </a:p>
        </p:txBody>
      </p:sp>
      <p:sp>
        <p:nvSpPr>
          <p:cNvPr id="23" name="Shape 21"/>
          <p:cNvSpPr/>
          <p:nvPr/>
        </p:nvSpPr>
        <p:spPr>
          <a:xfrm>
            <a:off x="9997440" y="1937750"/>
            <a:ext cx="640080" cy="640080"/>
          </a:xfrm>
          <a:prstGeom prst="ellipse">
            <a:avLst/>
          </a:prstGeom>
          <a:solidFill>
            <a:srgbClr val="2DD4BF"/>
          </a:solidFill>
          <a:ln/>
        </p:spPr>
        <p:txBody>
          <a:bodyPr/>
          <a:lstStyle/>
          <a:p>
            <a:endParaRPr lang="en-IN"/>
          </a:p>
        </p:txBody>
      </p:sp>
      <p:sp>
        <p:nvSpPr>
          <p:cNvPr id="24" name="Text 22"/>
          <p:cNvSpPr/>
          <p:nvPr/>
        </p:nvSpPr>
        <p:spPr>
          <a:xfrm>
            <a:off x="10003536" y="1953313"/>
            <a:ext cx="640080" cy="640080"/>
          </a:xfrm>
          <a:prstGeom prst="rect">
            <a:avLst/>
          </a:prstGeom>
          <a:noFill/>
          <a:ln/>
        </p:spPr>
        <p:txBody>
          <a:bodyPr wrap="square" rtlCol="0" anchor="ctr"/>
          <a:lstStyle/>
          <a:p>
            <a:pPr marL="0" indent="0" algn="ctr">
              <a:buNone/>
            </a:pPr>
            <a:r>
              <a:rPr lang="en-US" sz="2200" b="1" dirty="0">
                <a:solidFill>
                  <a:srgbClr val="062522"/>
                </a:solidFill>
                <a:latin typeface="Calibri" pitchFamily="34" charset="0"/>
                <a:ea typeface="Calibri" pitchFamily="34" charset="-122"/>
                <a:cs typeface="Calibri" pitchFamily="34" charset="-120"/>
              </a:rPr>
              <a:t>4</a:t>
            </a:r>
            <a:endParaRPr lang="en-US" sz="2200" dirty="0"/>
          </a:p>
        </p:txBody>
      </p:sp>
      <p:sp>
        <p:nvSpPr>
          <p:cNvPr id="25" name="Text 23"/>
          <p:cNvSpPr/>
          <p:nvPr/>
        </p:nvSpPr>
        <p:spPr>
          <a:xfrm>
            <a:off x="9134856" y="2544755"/>
            <a:ext cx="2377440" cy="45720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Trust check</a:t>
            </a:r>
            <a:endParaRPr lang="en-US" dirty="0"/>
          </a:p>
        </p:txBody>
      </p:sp>
      <p:sp>
        <p:nvSpPr>
          <p:cNvPr id="26" name="Text 24"/>
          <p:cNvSpPr/>
          <p:nvPr/>
        </p:nvSpPr>
        <p:spPr>
          <a:xfrm>
            <a:off x="9235116" y="3896998"/>
            <a:ext cx="2286000" cy="822960"/>
          </a:xfrm>
          <a:prstGeom prst="rect">
            <a:avLst/>
          </a:prstGeom>
          <a:noFill/>
          <a:ln/>
        </p:spPr>
        <p:txBody>
          <a:bodyPr wrap="square" rtlCol="0" anchor="ctr"/>
          <a:lstStyle/>
          <a:p>
            <a:pPr marL="0" indent="0" algn="ctr">
              <a:lnSpc>
                <a:spcPct val="108000"/>
              </a:lnSpc>
              <a:buNone/>
            </a:pPr>
            <a:r>
              <a:rPr lang="en-US" sz="1400" dirty="0">
                <a:solidFill>
                  <a:schemeClr val="bg1"/>
                </a:solidFill>
                <a:latin typeface="Calibri" pitchFamily="34" charset="0"/>
                <a:ea typeface="Calibri" pitchFamily="34" charset="-122"/>
                <a:cs typeface="Calibri" pitchFamily="34" charset="-120"/>
              </a:rPr>
              <a:t>the system abstains if the evidence conflicts</a:t>
            </a:r>
          </a:p>
        </p:txBody>
      </p:sp>
      <p:sp>
        <p:nvSpPr>
          <p:cNvPr id="27" name="Text 25"/>
          <p:cNvSpPr/>
          <p:nvPr/>
        </p:nvSpPr>
        <p:spPr>
          <a:xfrm>
            <a:off x="548640" y="5029200"/>
            <a:ext cx="11064240" cy="548640"/>
          </a:xfrm>
          <a:prstGeom prst="rect">
            <a:avLst/>
          </a:prstGeom>
          <a:noFill/>
          <a:ln/>
        </p:spPr>
        <p:txBody>
          <a:bodyPr wrap="square" rtlCol="0" anchor="ctr"/>
          <a:lstStyle/>
          <a:p>
            <a:pPr marL="0" indent="0" algn="ctr">
              <a:buNone/>
            </a:pPr>
            <a:r>
              <a:rPr lang="en-US" sz="1600" i="1" dirty="0">
                <a:solidFill>
                  <a:srgbClr val="9FB0CC"/>
                </a:solidFill>
                <a:latin typeface="Calibri" pitchFamily="34" charset="0"/>
                <a:ea typeface="Calibri" pitchFamily="34" charset="-122"/>
                <a:cs typeface="Calibri" pitchFamily="34" charset="-120"/>
              </a:rPr>
              <a:t>The detector runs quietly in the background, so answers stay fast — the user just sees a clear answer and the evidence.</a:t>
            </a:r>
            <a:endParaRPr lang="en-US" sz="1600" dirty="0"/>
          </a:p>
        </p:txBody>
      </p:sp>
      <p:pic>
        <p:nvPicPr>
          <p:cNvPr id="33" name="Picture 32">
            <a:extLst>
              <a:ext uri="{FF2B5EF4-FFF2-40B4-BE49-F238E27FC236}">
                <a16:creationId xmlns:a16="http://schemas.microsoft.com/office/drawing/2014/main" id="{ACBCD2C4-605E-FB58-AC56-EAA9E787B0CF}"/>
              </a:ext>
            </a:extLst>
          </p:cNvPr>
          <p:cNvPicPr>
            <a:picLocks noChangeAspect="1"/>
          </p:cNvPicPr>
          <p:nvPr/>
        </p:nvPicPr>
        <p:blipFill>
          <a:blip r:embed="rId3"/>
          <a:srcRect l="12261" t="14139" r="9318" b="18343"/>
          <a:stretch>
            <a:fillRect/>
          </a:stretch>
        </p:blipFill>
        <p:spPr>
          <a:xfrm>
            <a:off x="1329689" y="3001955"/>
            <a:ext cx="1080135" cy="929966"/>
          </a:xfrm>
          <a:prstGeom prst="rect">
            <a:avLst/>
          </a:prstGeom>
        </p:spPr>
      </p:pic>
      <p:pic>
        <p:nvPicPr>
          <p:cNvPr id="37" name="Picture 36">
            <a:extLst>
              <a:ext uri="{FF2B5EF4-FFF2-40B4-BE49-F238E27FC236}">
                <a16:creationId xmlns:a16="http://schemas.microsoft.com/office/drawing/2014/main" id="{1DAD997E-19AF-DD0F-9053-B45A9296B9C8}"/>
              </a:ext>
            </a:extLst>
          </p:cNvPr>
          <p:cNvPicPr>
            <a:picLocks noChangeAspect="1"/>
          </p:cNvPicPr>
          <p:nvPr/>
        </p:nvPicPr>
        <p:blipFill>
          <a:blip r:embed="rId4"/>
          <a:srcRect l="12246" t="23368" r="12810" b="16179"/>
          <a:stretch>
            <a:fillRect/>
          </a:stretch>
        </p:blipFill>
        <p:spPr>
          <a:xfrm>
            <a:off x="4095728" y="3035031"/>
            <a:ext cx="1190287" cy="960120"/>
          </a:xfrm>
          <a:prstGeom prst="rect">
            <a:avLst/>
          </a:prstGeom>
        </p:spPr>
      </p:pic>
      <p:pic>
        <p:nvPicPr>
          <p:cNvPr id="39" name="Picture 38">
            <a:extLst>
              <a:ext uri="{FF2B5EF4-FFF2-40B4-BE49-F238E27FC236}">
                <a16:creationId xmlns:a16="http://schemas.microsoft.com/office/drawing/2014/main" id="{03C99FD7-6A03-D76B-1BD4-B7083BBEE77C}"/>
              </a:ext>
            </a:extLst>
          </p:cNvPr>
          <p:cNvPicPr>
            <a:picLocks noChangeAspect="1"/>
          </p:cNvPicPr>
          <p:nvPr/>
        </p:nvPicPr>
        <p:blipFill>
          <a:blip r:embed="rId5"/>
          <a:srcRect l="11687" t="19421" r="9431" b="17187"/>
          <a:stretch>
            <a:fillRect/>
          </a:stretch>
        </p:blipFill>
        <p:spPr>
          <a:xfrm>
            <a:off x="6995403" y="2992903"/>
            <a:ext cx="1049371" cy="843297"/>
          </a:xfrm>
          <a:prstGeom prst="rect">
            <a:avLst/>
          </a:prstGeom>
        </p:spPr>
      </p:pic>
      <p:pic>
        <p:nvPicPr>
          <p:cNvPr id="41" name="Picture 40">
            <a:extLst>
              <a:ext uri="{FF2B5EF4-FFF2-40B4-BE49-F238E27FC236}">
                <a16:creationId xmlns:a16="http://schemas.microsoft.com/office/drawing/2014/main" id="{BFC2D1A0-E3AB-D5DA-2724-0E77BB0048E9}"/>
              </a:ext>
            </a:extLst>
          </p:cNvPr>
          <p:cNvPicPr>
            <a:picLocks noChangeAspect="1"/>
          </p:cNvPicPr>
          <p:nvPr/>
        </p:nvPicPr>
        <p:blipFill>
          <a:blip r:embed="rId6"/>
          <a:srcRect l="18914" t="14594" r="18019" b="12799"/>
          <a:stretch>
            <a:fillRect/>
          </a:stretch>
        </p:blipFill>
        <p:spPr>
          <a:xfrm>
            <a:off x="9901885" y="2968833"/>
            <a:ext cx="831190" cy="956909"/>
          </a:xfrm>
          <a:prstGeom prst="rect">
            <a:avLst/>
          </a:prstGeom>
        </p:spPr>
      </p:pic>
      <p:pic>
        <p:nvPicPr>
          <p:cNvPr id="45" name="Image 0" descr="/sessions/great-eloquent-pascal/mnt/project/FM12A/logo/RSVQA_icon_1024.png">
            <a:extLst>
              <a:ext uri="{FF2B5EF4-FFF2-40B4-BE49-F238E27FC236}">
                <a16:creationId xmlns:a16="http://schemas.microsoft.com/office/drawing/2014/main" id="{C6CB093F-D808-5667-6C8E-7853DDACB635}"/>
              </a:ext>
            </a:extLst>
          </p:cNvPr>
          <p:cNvPicPr>
            <a:picLocks noChangeAspect="1"/>
          </p:cNvPicPr>
          <p:nvPr/>
        </p:nvPicPr>
        <p:blipFill>
          <a:blip r:embed="rId7"/>
          <a:stretch>
            <a:fillRect/>
          </a:stretch>
        </p:blipFill>
        <p:spPr>
          <a:xfrm>
            <a:off x="10412487" y="262647"/>
            <a:ext cx="1200393" cy="1200393"/>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WHAT MAKES IT STAND OUT</a:t>
            </a:r>
            <a:endParaRPr lang="en-US" sz="1200" dirty="0"/>
          </a:p>
        </p:txBody>
      </p:sp>
      <p:sp>
        <p:nvSpPr>
          <p:cNvPr id="3" name="Text 1"/>
          <p:cNvSpPr/>
          <p:nvPr/>
        </p:nvSpPr>
        <p:spPr>
          <a:xfrm>
            <a:off x="548640" y="658368"/>
            <a:ext cx="11064240" cy="8686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 small specialist beats a general giant</a:t>
            </a:r>
            <a:endParaRPr lang="en-US" sz="3000" dirty="0"/>
          </a:p>
        </p:txBody>
      </p:sp>
      <p:graphicFrame>
        <p:nvGraphicFramePr>
          <p:cNvPr id="4" name="Chart 0"/>
          <p:cNvGraphicFramePr/>
          <p:nvPr/>
        </p:nvGraphicFramePr>
        <p:xfrm>
          <a:off x="548640" y="1783080"/>
          <a:ext cx="603504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858000" y="1783080"/>
            <a:ext cx="4782312" cy="4297680"/>
          </a:xfrm>
          <a:prstGeom prst="roundRect">
            <a:avLst>
              <a:gd name="adj" fmla="val 2553"/>
            </a:avLst>
          </a:prstGeom>
          <a:solidFill>
            <a:srgbClr val="111A2E"/>
          </a:solidFill>
          <a:ln w="12700">
            <a:solidFill>
              <a:srgbClr val="26324F"/>
            </a:solidFill>
            <a:prstDash val="solid"/>
          </a:ln>
        </p:spPr>
        <p:txBody>
          <a:bodyPr/>
          <a:lstStyle/>
          <a:p>
            <a:endParaRPr lang="en-IN"/>
          </a:p>
        </p:txBody>
      </p:sp>
      <p:sp>
        <p:nvSpPr>
          <p:cNvPr id="6" name="Text 3"/>
          <p:cNvSpPr/>
          <p:nvPr/>
        </p:nvSpPr>
        <p:spPr>
          <a:xfrm>
            <a:off x="7086600" y="1943584"/>
            <a:ext cx="4297680" cy="365760"/>
          </a:xfrm>
          <a:prstGeom prst="rect">
            <a:avLst/>
          </a:prstGeom>
          <a:noFill/>
          <a:ln/>
        </p:spPr>
        <p:txBody>
          <a:bodyPr wrap="square" rtlCol="0" anchor="ctr"/>
          <a:lstStyle/>
          <a:p>
            <a:pPr marL="0" indent="0" algn="ctr">
              <a:buNone/>
            </a:pPr>
            <a:r>
              <a:rPr lang="en-US" sz="2800" b="1" dirty="0">
                <a:solidFill>
                  <a:srgbClr val="2DD4BF"/>
                </a:solidFill>
                <a:latin typeface="Calibri" pitchFamily="34" charset="0"/>
                <a:ea typeface="Calibri" pitchFamily="34" charset="-122"/>
                <a:cs typeface="Calibri" pitchFamily="34" charset="-120"/>
              </a:rPr>
              <a:t>! Why this model Wins !</a:t>
            </a:r>
            <a:endParaRPr lang="en-US" sz="2800" dirty="0"/>
          </a:p>
        </p:txBody>
      </p:sp>
      <p:sp>
        <p:nvSpPr>
          <p:cNvPr id="7" name="Shape 4"/>
          <p:cNvSpPr/>
          <p:nvPr/>
        </p:nvSpPr>
        <p:spPr>
          <a:xfrm>
            <a:off x="7086600" y="2569464"/>
            <a:ext cx="219456" cy="219456"/>
          </a:xfrm>
          <a:prstGeom prst="ellipse">
            <a:avLst/>
          </a:prstGeom>
          <a:solidFill>
            <a:srgbClr val="99F6E4"/>
          </a:solidFill>
          <a:ln/>
        </p:spPr>
        <p:txBody>
          <a:bodyPr/>
          <a:lstStyle/>
          <a:p>
            <a:endParaRPr lang="en-IN"/>
          </a:p>
        </p:txBody>
      </p:sp>
      <p:sp>
        <p:nvSpPr>
          <p:cNvPr id="8" name="Text 5"/>
          <p:cNvSpPr/>
          <p:nvPr/>
        </p:nvSpPr>
        <p:spPr>
          <a:xfrm>
            <a:off x="7498080" y="2456232"/>
            <a:ext cx="3931920" cy="32004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Domain fit beats scale</a:t>
            </a:r>
            <a:endParaRPr lang="en-US" dirty="0"/>
          </a:p>
        </p:txBody>
      </p:sp>
      <p:sp>
        <p:nvSpPr>
          <p:cNvPr id="9" name="Text 6"/>
          <p:cNvSpPr/>
          <p:nvPr/>
        </p:nvSpPr>
        <p:spPr>
          <a:xfrm>
            <a:off x="7498080" y="2787168"/>
            <a:ext cx="3931920" cy="502920"/>
          </a:xfrm>
          <a:prstGeom prst="rect">
            <a:avLst/>
          </a:prstGeom>
          <a:noFill/>
          <a:ln/>
        </p:spPr>
        <p:txBody>
          <a:bodyPr wrap="square" rtlCol="0" anchor="ctr"/>
          <a:lstStyle/>
          <a:p>
            <a:pPr marL="0" indent="0">
              <a:lnSpc>
                <a:spcPct val="105000"/>
              </a:lnSpc>
              <a:buNone/>
            </a:pPr>
            <a:r>
              <a:rPr lang="en-US" sz="1400" dirty="0">
                <a:solidFill>
                  <a:srgbClr val="9FB0CC"/>
                </a:solidFill>
                <a:latin typeface="Calibri" pitchFamily="34" charset="0"/>
                <a:ea typeface="Calibri" pitchFamily="34" charset="-122"/>
                <a:cs typeface="Calibri" pitchFamily="34" charset="-120"/>
              </a:rPr>
              <a:t>Our tuned model outperforms a general model four times its size.</a:t>
            </a:r>
            <a:endParaRPr lang="en-US" sz="1400" dirty="0"/>
          </a:p>
        </p:txBody>
      </p:sp>
      <p:sp>
        <p:nvSpPr>
          <p:cNvPr id="10" name="Shape 7"/>
          <p:cNvSpPr/>
          <p:nvPr/>
        </p:nvSpPr>
        <p:spPr>
          <a:xfrm>
            <a:off x="7086600" y="3438144"/>
            <a:ext cx="219456" cy="219456"/>
          </a:xfrm>
          <a:prstGeom prst="ellipse">
            <a:avLst/>
          </a:prstGeom>
          <a:solidFill>
            <a:srgbClr val="99F6E4"/>
          </a:solidFill>
          <a:ln/>
        </p:spPr>
        <p:txBody>
          <a:bodyPr/>
          <a:lstStyle/>
          <a:p>
            <a:endParaRPr lang="en-IN"/>
          </a:p>
        </p:txBody>
      </p:sp>
      <p:sp>
        <p:nvSpPr>
          <p:cNvPr id="11" name="Text 8"/>
          <p:cNvSpPr/>
          <p:nvPr/>
        </p:nvSpPr>
        <p:spPr>
          <a:xfrm>
            <a:off x="7498080" y="3383280"/>
            <a:ext cx="3931920" cy="32004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Reliability, by design</a:t>
            </a:r>
            <a:endParaRPr lang="en-US" dirty="0"/>
          </a:p>
        </p:txBody>
      </p:sp>
      <p:sp>
        <p:nvSpPr>
          <p:cNvPr id="12" name="Text 9"/>
          <p:cNvSpPr/>
          <p:nvPr/>
        </p:nvSpPr>
        <p:spPr>
          <a:xfrm>
            <a:off x="7498080" y="3685032"/>
            <a:ext cx="3931920" cy="502920"/>
          </a:xfrm>
          <a:prstGeom prst="rect">
            <a:avLst/>
          </a:prstGeom>
          <a:noFill/>
          <a:ln/>
        </p:spPr>
        <p:txBody>
          <a:bodyPr wrap="square" rtlCol="0" anchor="ctr"/>
          <a:lstStyle/>
          <a:p>
            <a:pPr marL="0" indent="0">
              <a:lnSpc>
                <a:spcPct val="105000"/>
              </a:lnSpc>
              <a:buNone/>
            </a:pPr>
            <a:r>
              <a:rPr lang="en-US" sz="1400" dirty="0">
                <a:solidFill>
                  <a:srgbClr val="9FB0CC"/>
                </a:solidFill>
                <a:latin typeface="Calibri" pitchFamily="34" charset="0"/>
                <a:ea typeface="Calibri" pitchFamily="34" charset="-122"/>
                <a:cs typeface="Calibri" pitchFamily="34" charset="-120"/>
              </a:rPr>
              <a:t>It abstains instead of hallucinating — high-precision trust.</a:t>
            </a:r>
            <a:endParaRPr lang="en-US" sz="1400" dirty="0"/>
          </a:p>
        </p:txBody>
      </p:sp>
      <p:sp>
        <p:nvSpPr>
          <p:cNvPr id="13" name="Shape 10"/>
          <p:cNvSpPr/>
          <p:nvPr/>
        </p:nvSpPr>
        <p:spPr>
          <a:xfrm>
            <a:off x="7086600" y="4306824"/>
            <a:ext cx="219456" cy="219456"/>
          </a:xfrm>
          <a:prstGeom prst="ellipse">
            <a:avLst/>
          </a:prstGeom>
          <a:solidFill>
            <a:srgbClr val="99F6E4"/>
          </a:solidFill>
          <a:ln/>
        </p:spPr>
        <p:txBody>
          <a:bodyPr/>
          <a:lstStyle/>
          <a:p>
            <a:endParaRPr lang="en-IN"/>
          </a:p>
        </p:txBody>
      </p:sp>
      <p:sp>
        <p:nvSpPr>
          <p:cNvPr id="14" name="Text 11"/>
          <p:cNvSpPr/>
          <p:nvPr/>
        </p:nvSpPr>
        <p:spPr>
          <a:xfrm>
            <a:off x="7498080" y="4283964"/>
            <a:ext cx="3931920" cy="32004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Private &amp; on-device</a:t>
            </a:r>
            <a:endParaRPr lang="en-US" dirty="0"/>
          </a:p>
        </p:txBody>
      </p:sp>
      <p:sp>
        <p:nvSpPr>
          <p:cNvPr id="15" name="Text 12"/>
          <p:cNvSpPr/>
          <p:nvPr/>
        </p:nvSpPr>
        <p:spPr>
          <a:xfrm>
            <a:off x="7498080" y="4482895"/>
            <a:ext cx="3931920" cy="502920"/>
          </a:xfrm>
          <a:prstGeom prst="rect">
            <a:avLst/>
          </a:prstGeom>
          <a:noFill/>
          <a:ln/>
        </p:spPr>
        <p:txBody>
          <a:bodyPr wrap="square" rtlCol="0" anchor="ctr"/>
          <a:lstStyle/>
          <a:p>
            <a:pPr marL="0" indent="0">
              <a:lnSpc>
                <a:spcPct val="105000"/>
              </a:lnSpc>
              <a:buNone/>
            </a:pPr>
            <a:r>
              <a:rPr lang="en-US" sz="1400" dirty="0">
                <a:solidFill>
                  <a:srgbClr val="9FB0CC"/>
                </a:solidFill>
                <a:latin typeface="Calibri" pitchFamily="34" charset="0"/>
                <a:ea typeface="Calibri" pitchFamily="34" charset="-122"/>
                <a:cs typeface="Calibri" pitchFamily="34" charset="-120"/>
              </a:rPr>
              <a:t>No cloud, no data egress, no per-query cost.</a:t>
            </a:r>
            <a:endParaRPr lang="en-US" sz="1400" dirty="0"/>
          </a:p>
        </p:txBody>
      </p:sp>
      <p:sp>
        <p:nvSpPr>
          <p:cNvPr id="16" name="Shape 13"/>
          <p:cNvSpPr/>
          <p:nvPr/>
        </p:nvSpPr>
        <p:spPr>
          <a:xfrm>
            <a:off x="7086600" y="5175504"/>
            <a:ext cx="219456" cy="219456"/>
          </a:xfrm>
          <a:prstGeom prst="ellipse">
            <a:avLst/>
          </a:prstGeom>
          <a:solidFill>
            <a:srgbClr val="99F6E4"/>
          </a:solidFill>
          <a:ln/>
        </p:spPr>
        <p:txBody>
          <a:bodyPr/>
          <a:lstStyle/>
          <a:p>
            <a:endParaRPr lang="en-IN"/>
          </a:p>
        </p:txBody>
      </p:sp>
      <p:sp>
        <p:nvSpPr>
          <p:cNvPr id="17" name="Text 14"/>
          <p:cNvSpPr/>
          <p:nvPr/>
        </p:nvSpPr>
        <p:spPr>
          <a:xfrm>
            <a:off x="7498080" y="5120640"/>
            <a:ext cx="3931920" cy="32004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Proven, not claimed</a:t>
            </a:r>
            <a:endParaRPr lang="en-US" dirty="0"/>
          </a:p>
        </p:txBody>
      </p:sp>
      <p:sp>
        <p:nvSpPr>
          <p:cNvPr id="18" name="Text 15"/>
          <p:cNvSpPr/>
          <p:nvPr/>
        </p:nvSpPr>
        <p:spPr>
          <a:xfrm>
            <a:off x="7498080" y="5337665"/>
            <a:ext cx="3931920" cy="502920"/>
          </a:xfrm>
          <a:prstGeom prst="rect">
            <a:avLst/>
          </a:prstGeom>
          <a:noFill/>
          <a:ln/>
        </p:spPr>
        <p:txBody>
          <a:bodyPr wrap="square" rtlCol="0" anchor="ctr"/>
          <a:lstStyle/>
          <a:p>
            <a:pPr marL="0" indent="0">
              <a:lnSpc>
                <a:spcPct val="105000"/>
              </a:lnSpc>
              <a:buNone/>
            </a:pPr>
            <a:r>
              <a:rPr lang="en-US" sz="1400" dirty="0">
                <a:solidFill>
                  <a:srgbClr val="9FB0CC"/>
                </a:solidFill>
                <a:latin typeface="Calibri" pitchFamily="34" charset="0"/>
                <a:ea typeface="Calibri" pitchFamily="34" charset="-122"/>
                <a:cs typeface="Calibri" pitchFamily="34" charset="-120"/>
              </a:rPr>
              <a:t>Validated by two independent scorers that agree.</a:t>
            </a:r>
            <a:endParaRPr lang="en-US" sz="1400" dirty="0"/>
          </a:p>
        </p:txBody>
      </p:sp>
      <p:pic>
        <p:nvPicPr>
          <p:cNvPr id="20" name="Image 0" descr="/sessions/great-eloquent-pascal/mnt/project/FM12A/logo/RSVQA_icon_1024.png">
            <a:extLst>
              <a:ext uri="{FF2B5EF4-FFF2-40B4-BE49-F238E27FC236}">
                <a16:creationId xmlns:a16="http://schemas.microsoft.com/office/drawing/2014/main" id="{8440A08F-DDD8-7E19-5DCD-EB3D0DC9B6C0}"/>
              </a:ext>
            </a:extLst>
          </p:cNvPr>
          <p:cNvPicPr>
            <a:picLocks noChangeAspect="1"/>
          </p:cNvPicPr>
          <p:nvPr/>
        </p:nvPicPr>
        <p:blipFill>
          <a:blip r:embed="rId4"/>
          <a:stretch>
            <a:fillRect/>
          </a:stretch>
        </p:blipFill>
        <p:spPr>
          <a:xfrm>
            <a:off x="10412487" y="262647"/>
            <a:ext cx="1200393" cy="1200393"/>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IMPACT &amp; VALUE</a:t>
            </a:r>
            <a:endParaRPr lang="en-US" sz="1200" dirty="0"/>
          </a:p>
        </p:txBody>
      </p:sp>
      <p:sp>
        <p:nvSpPr>
          <p:cNvPr id="3" name="Text 1"/>
          <p:cNvSpPr/>
          <p:nvPr/>
        </p:nvSpPr>
        <p:spPr>
          <a:xfrm>
            <a:off x="548640" y="658368"/>
            <a:ext cx="11064240" cy="8686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you actually get</a:t>
            </a:r>
            <a:endParaRPr lang="en-US" sz="3000" dirty="0"/>
          </a:p>
        </p:txBody>
      </p:sp>
      <p:sp>
        <p:nvSpPr>
          <p:cNvPr id="4" name="Shape 2"/>
          <p:cNvSpPr/>
          <p:nvPr/>
        </p:nvSpPr>
        <p:spPr>
          <a:xfrm>
            <a:off x="548640" y="1691640"/>
            <a:ext cx="5468112" cy="1965960"/>
          </a:xfrm>
          <a:prstGeom prst="roundRect">
            <a:avLst>
              <a:gd name="adj" fmla="val 5581"/>
            </a:avLst>
          </a:prstGeom>
          <a:solidFill>
            <a:srgbClr val="16213B"/>
          </a:solidFill>
          <a:ln w="12700">
            <a:solidFill>
              <a:srgbClr val="26324F"/>
            </a:solidFill>
            <a:prstDash val="solid"/>
          </a:ln>
        </p:spPr>
        <p:txBody>
          <a:bodyPr/>
          <a:lstStyle/>
          <a:p>
            <a:endParaRPr lang="en-IN"/>
          </a:p>
        </p:txBody>
      </p:sp>
      <p:sp>
        <p:nvSpPr>
          <p:cNvPr id="5" name="Shape 3"/>
          <p:cNvSpPr/>
          <p:nvPr/>
        </p:nvSpPr>
        <p:spPr>
          <a:xfrm>
            <a:off x="822960" y="2258568"/>
            <a:ext cx="658368" cy="658368"/>
          </a:xfrm>
          <a:prstGeom prst="roundRect">
            <a:avLst>
              <a:gd name="adj" fmla="val 13889"/>
            </a:avLst>
          </a:prstGeom>
          <a:solidFill>
            <a:srgbClr val="14B8A6"/>
          </a:solidFill>
          <a:ln w="12700">
            <a:solidFill>
              <a:srgbClr val="2DD4BF"/>
            </a:solidFill>
            <a:prstDash val="solid"/>
          </a:ln>
        </p:spPr>
        <p:txBody>
          <a:bodyPr/>
          <a:lstStyle/>
          <a:p>
            <a:endParaRPr lang="en-IN"/>
          </a:p>
        </p:txBody>
      </p:sp>
      <p:sp>
        <p:nvSpPr>
          <p:cNvPr id="6" name="Text 4"/>
          <p:cNvSpPr/>
          <p:nvPr/>
        </p:nvSpPr>
        <p:spPr>
          <a:xfrm>
            <a:off x="822960" y="2258568"/>
            <a:ext cx="658368" cy="658368"/>
          </a:xfrm>
          <a:prstGeom prst="rect">
            <a:avLst/>
          </a:prstGeom>
          <a:noFill/>
          <a:ln/>
        </p:spPr>
        <p:txBody>
          <a:bodyPr wrap="square" rtlCol="0" anchor="ctr"/>
          <a:lstStyle/>
          <a:p>
            <a:pPr marL="0" indent="0" algn="ctr">
              <a:buNone/>
            </a:pPr>
            <a:r>
              <a:rPr lang="en-US" sz="2160" b="1" dirty="0">
                <a:solidFill>
                  <a:srgbClr val="062522"/>
                </a:solidFill>
                <a:latin typeface="Calibri" pitchFamily="34" charset="0"/>
                <a:ea typeface="Calibri" pitchFamily="34" charset="-122"/>
                <a:cs typeface="Calibri" pitchFamily="34" charset="-120"/>
              </a:rPr>
              <a:t>1</a:t>
            </a:r>
            <a:endParaRPr lang="en-US" sz="2160" dirty="0"/>
          </a:p>
        </p:txBody>
      </p:sp>
      <p:sp>
        <p:nvSpPr>
          <p:cNvPr id="7" name="Text 5"/>
          <p:cNvSpPr/>
          <p:nvPr/>
        </p:nvSpPr>
        <p:spPr>
          <a:xfrm>
            <a:off x="1783080" y="2057400"/>
            <a:ext cx="4050792" cy="457200"/>
          </a:xfrm>
          <a:prstGeom prst="rect">
            <a:avLst/>
          </a:prstGeom>
          <a:noFill/>
          <a:ln/>
        </p:spPr>
        <p:txBody>
          <a:bodyPr wrap="square" rtlCol="0" anchor="ctr"/>
          <a:lstStyle/>
          <a:p>
            <a:pPr marL="0" indent="0">
              <a:buNone/>
            </a:pPr>
            <a:r>
              <a:rPr lang="en-US" sz="2400" b="1" dirty="0">
                <a:solidFill>
                  <a:srgbClr val="2DD4BF"/>
                </a:solidFill>
                <a:latin typeface="Calibri" pitchFamily="34" charset="0"/>
                <a:ea typeface="Calibri" pitchFamily="34" charset="-122"/>
                <a:cs typeface="Calibri" pitchFamily="34" charset="-120"/>
              </a:rPr>
              <a:t>Trustworthy answers</a:t>
            </a:r>
            <a:endParaRPr lang="en-US" sz="2400" dirty="0"/>
          </a:p>
        </p:txBody>
      </p:sp>
      <p:sp>
        <p:nvSpPr>
          <p:cNvPr id="8" name="Text 6"/>
          <p:cNvSpPr/>
          <p:nvPr/>
        </p:nvSpPr>
        <p:spPr>
          <a:xfrm>
            <a:off x="1783080" y="2529678"/>
            <a:ext cx="4050792" cy="822960"/>
          </a:xfrm>
          <a:prstGeom prst="rect">
            <a:avLst/>
          </a:prstGeom>
          <a:noFill/>
          <a:ln/>
        </p:spPr>
        <p:txBody>
          <a:bodyPr wrap="square" rtlCol="0" anchor="ctr"/>
          <a:lstStyle/>
          <a:p>
            <a:pPr marL="0" indent="0">
              <a:lnSpc>
                <a:spcPct val="108000"/>
              </a:lnSpc>
              <a:buNone/>
            </a:pPr>
            <a:r>
              <a:rPr lang="en-US" sz="1600" dirty="0">
                <a:solidFill>
                  <a:srgbClr val="E6EDF7"/>
                </a:solidFill>
                <a:latin typeface="Calibri" pitchFamily="34" charset="0"/>
                <a:ea typeface="Calibri" pitchFamily="34" charset="-122"/>
                <a:cs typeface="Calibri" pitchFamily="34" charset="-120"/>
              </a:rPr>
              <a:t>Verify with evidence; the system declines when unsure.</a:t>
            </a:r>
            <a:endParaRPr lang="en-US" sz="1600" dirty="0"/>
          </a:p>
        </p:txBody>
      </p:sp>
      <p:sp>
        <p:nvSpPr>
          <p:cNvPr id="9" name="Shape 7"/>
          <p:cNvSpPr/>
          <p:nvPr/>
        </p:nvSpPr>
        <p:spPr>
          <a:xfrm>
            <a:off x="6245352" y="1691640"/>
            <a:ext cx="5468112" cy="1965960"/>
          </a:xfrm>
          <a:prstGeom prst="roundRect">
            <a:avLst>
              <a:gd name="adj" fmla="val 5581"/>
            </a:avLst>
          </a:prstGeom>
          <a:solidFill>
            <a:srgbClr val="16213B"/>
          </a:solidFill>
          <a:ln w="12700">
            <a:solidFill>
              <a:srgbClr val="26324F"/>
            </a:solidFill>
            <a:prstDash val="solid"/>
          </a:ln>
        </p:spPr>
        <p:txBody>
          <a:bodyPr/>
          <a:lstStyle/>
          <a:p>
            <a:endParaRPr lang="en-IN"/>
          </a:p>
        </p:txBody>
      </p:sp>
      <p:sp>
        <p:nvSpPr>
          <p:cNvPr id="10" name="Shape 8"/>
          <p:cNvSpPr/>
          <p:nvPr/>
        </p:nvSpPr>
        <p:spPr>
          <a:xfrm>
            <a:off x="6519672" y="2258568"/>
            <a:ext cx="658368" cy="658368"/>
          </a:xfrm>
          <a:prstGeom prst="roundRect">
            <a:avLst>
              <a:gd name="adj" fmla="val 13889"/>
            </a:avLst>
          </a:prstGeom>
          <a:solidFill>
            <a:srgbClr val="14B8A6"/>
          </a:solidFill>
          <a:ln w="12700">
            <a:solidFill>
              <a:srgbClr val="2DD4BF"/>
            </a:solidFill>
            <a:prstDash val="solid"/>
          </a:ln>
        </p:spPr>
        <p:txBody>
          <a:bodyPr/>
          <a:lstStyle/>
          <a:p>
            <a:endParaRPr lang="en-IN"/>
          </a:p>
        </p:txBody>
      </p:sp>
      <p:sp>
        <p:nvSpPr>
          <p:cNvPr id="11" name="Text 9"/>
          <p:cNvSpPr/>
          <p:nvPr/>
        </p:nvSpPr>
        <p:spPr>
          <a:xfrm>
            <a:off x="6519672" y="2258568"/>
            <a:ext cx="658368" cy="658368"/>
          </a:xfrm>
          <a:prstGeom prst="rect">
            <a:avLst/>
          </a:prstGeom>
          <a:noFill/>
          <a:ln/>
        </p:spPr>
        <p:txBody>
          <a:bodyPr wrap="square" rtlCol="0" anchor="ctr"/>
          <a:lstStyle/>
          <a:p>
            <a:pPr marL="0" indent="0" algn="ctr">
              <a:buNone/>
            </a:pPr>
            <a:r>
              <a:rPr lang="en-US" sz="2160" b="1" dirty="0">
                <a:solidFill>
                  <a:srgbClr val="062522"/>
                </a:solidFill>
                <a:latin typeface="Calibri" pitchFamily="34" charset="0"/>
                <a:ea typeface="Calibri" pitchFamily="34" charset="-122"/>
                <a:cs typeface="Calibri" pitchFamily="34" charset="-120"/>
              </a:rPr>
              <a:t>2</a:t>
            </a:r>
            <a:endParaRPr lang="en-US" sz="2160" dirty="0"/>
          </a:p>
        </p:txBody>
      </p:sp>
      <p:sp>
        <p:nvSpPr>
          <p:cNvPr id="12" name="Text 10"/>
          <p:cNvSpPr/>
          <p:nvPr/>
        </p:nvSpPr>
        <p:spPr>
          <a:xfrm>
            <a:off x="7479792" y="2057400"/>
            <a:ext cx="4050792" cy="457200"/>
          </a:xfrm>
          <a:prstGeom prst="rect">
            <a:avLst/>
          </a:prstGeom>
          <a:noFill/>
          <a:ln/>
        </p:spPr>
        <p:txBody>
          <a:bodyPr wrap="square" rtlCol="0" anchor="ctr"/>
          <a:lstStyle/>
          <a:p>
            <a:pPr marL="0" indent="0">
              <a:buNone/>
            </a:pPr>
            <a:r>
              <a:rPr lang="en-US" sz="2400" b="1" dirty="0">
                <a:solidFill>
                  <a:srgbClr val="2DD4BF"/>
                </a:solidFill>
                <a:latin typeface="Calibri" pitchFamily="34" charset="0"/>
                <a:ea typeface="Calibri" pitchFamily="34" charset="-122"/>
                <a:cs typeface="Calibri" pitchFamily="34" charset="-120"/>
              </a:rPr>
              <a:t>Fast to deploy</a:t>
            </a:r>
          </a:p>
        </p:txBody>
      </p:sp>
      <p:sp>
        <p:nvSpPr>
          <p:cNvPr id="13" name="Text 11"/>
          <p:cNvSpPr/>
          <p:nvPr/>
        </p:nvSpPr>
        <p:spPr>
          <a:xfrm>
            <a:off x="7479792" y="2560320"/>
            <a:ext cx="4050792" cy="822960"/>
          </a:xfrm>
          <a:prstGeom prst="rect">
            <a:avLst/>
          </a:prstGeom>
          <a:noFill/>
          <a:ln/>
        </p:spPr>
        <p:txBody>
          <a:bodyPr wrap="square" rtlCol="0" anchor="ctr"/>
          <a:lstStyle/>
          <a:p>
            <a:pPr>
              <a:lnSpc>
                <a:spcPct val="108000"/>
              </a:lnSpc>
            </a:pPr>
            <a:r>
              <a:rPr lang="en-US" sz="1600" dirty="0">
                <a:solidFill>
                  <a:srgbClr val="E6EDF7"/>
                </a:solidFill>
                <a:latin typeface="Calibri" pitchFamily="34" charset="0"/>
                <a:ea typeface="Calibri" pitchFamily="34" charset="-122"/>
                <a:cs typeface="Calibri" pitchFamily="34" charset="-120"/>
              </a:rPr>
              <a:t>Runs on a laptop today; adapts to a new domain in under an hour.</a:t>
            </a:r>
          </a:p>
        </p:txBody>
      </p:sp>
      <p:sp>
        <p:nvSpPr>
          <p:cNvPr id="14" name="Shape 12"/>
          <p:cNvSpPr/>
          <p:nvPr/>
        </p:nvSpPr>
        <p:spPr>
          <a:xfrm>
            <a:off x="548640" y="3886200"/>
            <a:ext cx="5468112" cy="1965960"/>
          </a:xfrm>
          <a:prstGeom prst="roundRect">
            <a:avLst>
              <a:gd name="adj" fmla="val 5581"/>
            </a:avLst>
          </a:prstGeom>
          <a:solidFill>
            <a:srgbClr val="16213B"/>
          </a:solidFill>
          <a:ln w="12700">
            <a:solidFill>
              <a:srgbClr val="26324F"/>
            </a:solidFill>
            <a:prstDash val="solid"/>
          </a:ln>
        </p:spPr>
        <p:txBody>
          <a:bodyPr/>
          <a:lstStyle/>
          <a:p>
            <a:endParaRPr lang="en-IN"/>
          </a:p>
        </p:txBody>
      </p:sp>
      <p:sp>
        <p:nvSpPr>
          <p:cNvPr id="15" name="Shape 13"/>
          <p:cNvSpPr/>
          <p:nvPr/>
        </p:nvSpPr>
        <p:spPr>
          <a:xfrm>
            <a:off x="822960" y="4453128"/>
            <a:ext cx="658368" cy="658368"/>
          </a:xfrm>
          <a:prstGeom prst="roundRect">
            <a:avLst>
              <a:gd name="adj" fmla="val 13889"/>
            </a:avLst>
          </a:prstGeom>
          <a:solidFill>
            <a:srgbClr val="14B8A6"/>
          </a:solidFill>
          <a:ln w="12700">
            <a:solidFill>
              <a:srgbClr val="2DD4BF"/>
            </a:solidFill>
            <a:prstDash val="solid"/>
          </a:ln>
        </p:spPr>
        <p:txBody>
          <a:bodyPr/>
          <a:lstStyle/>
          <a:p>
            <a:endParaRPr lang="en-IN"/>
          </a:p>
        </p:txBody>
      </p:sp>
      <p:sp>
        <p:nvSpPr>
          <p:cNvPr id="16" name="Text 14"/>
          <p:cNvSpPr/>
          <p:nvPr/>
        </p:nvSpPr>
        <p:spPr>
          <a:xfrm>
            <a:off x="822960" y="4453128"/>
            <a:ext cx="658368" cy="658368"/>
          </a:xfrm>
          <a:prstGeom prst="rect">
            <a:avLst/>
          </a:prstGeom>
          <a:noFill/>
          <a:ln/>
        </p:spPr>
        <p:txBody>
          <a:bodyPr wrap="square" rtlCol="0" anchor="ctr"/>
          <a:lstStyle/>
          <a:p>
            <a:pPr marL="0" indent="0" algn="ctr">
              <a:buNone/>
            </a:pPr>
            <a:r>
              <a:rPr lang="en-US" sz="2160" b="1" dirty="0">
                <a:solidFill>
                  <a:srgbClr val="062522"/>
                </a:solidFill>
                <a:latin typeface="Calibri" pitchFamily="34" charset="0"/>
                <a:ea typeface="Calibri" pitchFamily="34" charset="-122"/>
                <a:cs typeface="Calibri" pitchFamily="34" charset="-120"/>
              </a:rPr>
              <a:t>3</a:t>
            </a:r>
            <a:endParaRPr lang="en-US" sz="2160" dirty="0"/>
          </a:p>
        </p:txBody>
      </p:sp>
      <p:sp>
        <p:nvSpPr>
          <p:cNvPr id="17" name="Text 15"/>
          <p:cNvSpPr/>
          <p:nvPr/>
        </p:nvSpPr>
        <p:spPr>
          <a:xfrm>
            <a:off x="1783080" y="4251960"/>
            <a:ext cx="4050792" cy="457200"/>
          </a:xfrm>
          <a:prstGeom prst="rect">
            <a:avLst/>
          </a:prstGeom>
          <a:noFill/>
          <a:ln/>
        </p:spPr>
        <p:txBody>
          <a:bodyPr wrap="square" rtlCol="0" anchor="ctr"/>
          <a:lstStyle/>
          <a:p>
            <a:r>
              <a:rPr lang="en-US" sz="2400" b="1" dirty="0">
                <a:solidFill>
                  <a:srgbClr val="2DD4BF"/>
                </a:solidFill>
                <a:latin typeface="Calibri" pitchFamily="34" charset="0"/>
                <a:ea typeface="Calibri" pitchFamily="34" charset="-122"/>
                <a:cs typeface="Calibri" pitchFamily="34" charset="-120"/>
              </a:rPr>
              <a:t>Private by default</a:t>
            </a:r>
          </a:p>
        </p:txBody>
      </p:sp>
      <p:sp>
        <p:nvSpPr>
          <p:cNvPr id="18" name="Text 16"/>
          <p:cNvSpPr/>
          <p:nvPr/>
        </p:nvSpPr>
        <p:spPr>
          <a:xfrm>
            <a:off x="1783080" y="4754880"/>
            <a:ext cx="4050792" cy="822960"/>
          </a:xfrm>
          <a:prstGeom prst="rect">
            <a:avLst/>
          </a:prstGeom>
          <a:noFill/>
          <a:ln/>
        </p:spPr>
        <p:txBody>
          <a:bodyPr wrap="square" rtlCol="0" anchor="ctr"/>
          <a:lstStyle/>
          <a:p>
            <a:pPr marL="0" indent="0">
              <a:lnSpc>
                <a:spcPct val="108000"/>
              </a:lnSpc>
              <a:buNone/>
            </a:pPr>
            <a:r>
              <a:rPr lang="en-US" sz="1600" dirty="0">
                <a:solidFill>
                  <a:srgbClr val="E6EDF7"/>
                </a:solidFill>
                <a:latin typeface="Calibri" pitchFamily="34" charset="0"/>
                <a:ea typeface="Calibri" pitchFamily="34" charset="-122"/>
                <a:cs typeface="Calibri" pitchFamily="34" charset="-120"/>
              </a:rPr>
              <a:t>Sensitive</a:t>
            </a:r>
            <a:r>
              <a:rPr lang="en-US" sz="1300" dirty="0">
                <a:solidFill>
                  <a:srgbClr val="E6EDF7"/>
                </a:solidFill>
                <a:latin typeface="Calibri" pitchFamily="34" charset="0"/>
                <a:ea typeface="Calibri" pitchFamily="34" charset="-122"/>
                <a:cs typeface="Calibri" pitchFamily="34" charset="-120"/>
              </a:rPr>
              <a:t> </a:t>
            </a:r>
            <a:r>
              <a:rPr lang="en-US" sz="1600" dirty="0">
                <a:solidFill>
                  <a:srgbClr val="E6EDF7"/>
                </a:solidFill>
                <a:latin typeface="Calibri" pitchFamily="34" charset="0"/>
                <a:ea typeface="Calibri" pitchFamily="34" charset="-122"/>
                <a:cs typeface="Calibri" pitchFamily="34" charset="-120"/>
              </a:rPr>
              <a:t>imagery never leaves your environment</a:t>
            </a:r>
            <a:r>
              <a:rPr lang="en-US" sz="1300" dirty="0">
                <a:solidFill>
                  <a:srgbClr val="E6EDF7"/>
                </a:solidFill>
                <a:latin typeface="Calibri" pitchFamily="34" charset="0"/>
                <a:ea typeface="Calibri" pitchFamily="34" charset="-122"/>
                <a:cs typeface="Calibri" pitchFamily="34" charset="-120"/>
              </a:rPr>
              <a:t>.</a:t>
            </a:r>
            <a:endParaRPr lang="en-US" sz="1300" dirty="0"/>
          </a:p>
        </p:txBody>
      </p:sp>
      <p:sp>
        <p:nvSpPr>
          <p:cNvPr id="19" name="Shape 17"/>
          <p:cNvSpPr/>
          <p:nvPr/>
        </p:nvSpPr>
        <p:spPr>
          <a:xfrm>
            <a:off x="6245352" y="3886200"/>
            <a:ext cx="5468112" cy="1965960"/>
          </a:xfrm>
          <a:prstGeom prst="roundRect">
            <a:avLst>
              <a:gd name="adj" fmla="val 5581"/>
            </a:avLst>
          </a:prstGeom>
          <a:solidFill>
            <a:srgbClr val="16213B"/>
          </a:solidFill>
          <a:ln w="12700">
            <a:solidFill>
              <a:srgbClr val="26324F"/>
            </a:solidFill>
            <a:prstDash val="solid"/>
          </a:ln>
        </p:spPr>
        <p:txBody>
          <a:bodyPr/>
          <a:lstStyle/>
          <a:p>
            <a:endParaRPr lang="en-IN"/>
          </a:p>
        </p:txBody>
      </p:sp>
      <p:sp>
        <p:nvSpPr>
          <p:cNvPr id="20" name="Shape 18"/>
          <p:cNvSpPr/>
          <p:nvPr/>
        </p:nvSpPr>
        <p:spPr>
          <a:xfrm>
            <a:off x="6519672" y="4453128"/>
            <a:ext cx="658368" cy="658368"/>
          </a:xfrm>
          <a:prstGeom prst="roundRect">
            <a:avLst>
              <a:gd name="adj" fmla="val 13889"/>
            </a:avLst>
          </a:prstGeom>
          <a:solidFill>
            <a:srgbClr val="14B8A6"/>
          </a:solidFill>
          <a:ln w="12700">
            <a:solidFill>
              <a:srgbClr val="2DD4BF"/>
            </a:solidFill>
            <a:prstDash val="solid"/>
          </a:ln>
        </p:spPr>
        <p:txBody>
          <a:bodyPr/>
          <a:lstStyle/>
          <a:p>
            <a:endParaRPr lang="en-IN"/>
          </a:p>
        </p:txBody>
      </p:sp>
      <p:sp>
        <p:nvSpPr>
          <p:cNvPr id="21" name="Text 19"/>
          <p:cNvSpPr/>
          <p:nvPr/>
        </p:nvSpPr>
        <p:spPr>
          <a:xfrm>
            <a:off x="6519672" y="4453128"/>
            <a:ext cx="658368" cy="658368"/>
          </a:xfrm>
          <a:prstGeom prst="rect">
            <a:avLst/>
          </a:prstGeom>
          <a:noFill/>
          <a:ln/>
        </p:spPr>
        <p:txBody>
          <a:bodyPr wrap="square" rtlCol="0" anchor="ctr"/>
          <a:lstStyle/>
          <a:p>
            <a:pPr marL="0" indent="0" algn="ctr">
              <a:buNone/>
            </a:pPr>
            <a:r>
              <a:rPr lang="en-US" sz="2160" b="1" dirty="0">
                <a:solidFill>
                  <a:srgbClr val="062522"/>
                </a:solidFill>
                <a:latin typeface="Calibri" pitchFamily="34" charset="0"/>
                <a:ea typeface="Calibri" pitchFamily="34" charset="-122"/>
                <a:cs typeface="Calibri" pitchFamily="34" charset="-120"/>
              </a:rPr>
              <a:t>4</a:t>
            </a:r>
            <a:endParaRPr lang="en-US" sz="2160" dirty="0"/>
          </a:p>
        </p:txBody>
      </p:sp>
      <p:sp>
        <p:nvSpPr>
          <p:cNvPr id="22" name="Text 20"/>
          <p:cNvSpPr/>
          <p:nvPr/>
        </p:nvSpPr>
        <p:spPr>
          <a:xfrm>
            <a:off x="7479792" y="4251960"/>
            <a:ext cx="4050792" cy="457200"/>
          </a:xfrm>
          <a:prstGeom prst="rect">
            <a:avLst/>
          </a:prstGeom>
          <a:noFill/>
          <a:ln/>
        </p:spPr>
        <p:txBody>
          <a:bodyPr wrap="square" rtlCol="0" anchor="ctr"/>
          <a:lstStyle/>
          <a:p>
            <a:pPr indent="0">
              <a:buNone/>
            </a:pPr>
            <a:r>
              <a:rPr lang="en-US" sz="2400" b="1" dirty="0">
                <a:solidFill>
                  <a:srgbClr val="2DD4BF"/>
                </a:solidFill>
                <a:latin typeface="Calibri" pitchFamily="34" charset="0"/>
                <a:ea typeface="Calibri" pitchFamily="34" charset="-122"/>
                <a:cs typeface="Calibri" pitchFamily="34" charset="-120"/>
              </a:rPr>
              <a:t>Scales cheaply</a:t>
            </a:r>
          </a:p>
        </p:txBody>
      </p:sp>
      <p:sp>
        <p:nvSpPr>
          <p:cNvPr id="23" name="Text 21"/>
          <p:cNvSpPr/>
          <p:nvPr/>
        </p:nvSpPr>
        <p:spPr>
          <a:xfrm>
            <a:off x="7479792" y="4754880"/>
            <a:ext cx="4050792" cy="822960"/>
          </a:xfrm>
          <a:prstGeom prst="rect">
            <a:avLst/>
          </a:prstGeom>
          <a:noFill/>
          <a:ln/>
        </p:spPr>
        <p:txBody>
          <a:bodyPr wrap="square" rtlCol="0" anchor="ctr"/>
          <a:lstStyle/>
          <a:p>
            <a:pPr marL="0" indent="0">
              <a:lnSpc>
                <a:spcPct val="108000"/>
              </a:lnSpc>
              <a:buNone/>
            </a:pPr>
            <a:r>
              <a:rPr lang="en-US" sz="1600" dirty="0">
                <a:solidFill>
                  <a:srgbClr val="E6EDF7"/>
                </a:solidFill>
                <a:latin typeface="Calibri" pitchFamily="34" charset="0"/>
                <a:ea typeface="Calibri" pitchFamily="34" charset="-122"/>
                <a:cs typeface="Calibri" pitchFamily="34" charset="-120"/>
              </a:rPr>
              <a:t>No per-query cloud fees — cost doesn't grow with usage.</a:t>
            </a:r>
          </a:p>
        </p:txBody>
      </p:sp>
      <p:pic>
        <p:nvPicPr>
          <p:cNvPr id="25" name="Image 0" descr="/sessions/great-eloquent-pascal/mnt/project/FM12A/logo/RSVQA_icon_1024.png">
            <a:extLst>
              <a:ext uri="{FF2B5EF4-FFF2-40B4-BE49-F238E27FC236}">
                <a16:creationId xmlns:a16="http://schemas.microsoft.com/office/drawing/2014/main" id="{4F473CCC-4FEB-9E43-BB81-8379790FCFE4}"/>
              </a:ext>
            </a:extLst>
          </p:cNvPr>
          <p:cNvPicPr>
            <a:picLocks noChangeAspect="1"/>
          </p:cNvPicPr>
          <p:nvPr/>
        </p:nvPicPr>
        <p:blipFill>
          <a:blip r:embed="rId3"/>
          <a:stretch>
            <a:fillRect/>
          </a:stretch>
        </p:blipFill>
        <p:spPr>
          <a:xfrm>
            <a:off x="10412487" y="262647"/>
            <a:ext cx="1200393" cy="1200393"/>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2011680" y="3840480"/>
            <a:ext cx="5852160" cy="5852160"/>
          </a:xfrm>
          <a:prstGeom prst="ellipse">
            <a:avLst/>
          </a:prstGeom>
          <a:solidFill>
            <a:srgbClr val="16213B"/>
          </a:solidFill>
          <a:ln w="12700">
            <a:solidFill>
              <a:srgbClr val="26324F"/>
            </a:solidFill>
            <a:prstDash val="solid"/>
          </a:ln>
        </p:spPr>
        <p:txBody>
          <a:bodyPr/>
          <a:lstStyle/>
          <a:p>
            <a:endParaRPr lang="en-IN"/>
          </a:p>
        </p:txBody>
      </p:sp>
      <p:pic>
        <p:nvPicPr>
          <p:cNvPr id="3" name="Image 0" descr="/sessions/great-eloquent-pascal/mnt/project/FM12A/logo/RSVQA_icon_1024.png"/>
          <p:cNvPicPr>
            <a:picLocks noChangeAspect="1"/>
          </p:cNvPicPr>
          <p:nvPr/>
        </p:nvPicPr>
        <p:blipFill>
          <a:blip r:embed="rId3"/>
          <a:stretch>
            <a:fillRect/>
          </a:stretch>
        </p:blipFill>
        <p:spPr>
          <a:xfrm>
            <a:off x="9784080" y="640080"/>
            <a:ext cx="1737360" cy="1737360"/>
          </a:xfrm>
          <a:prstGeom prst="rect">
            <a:avLst/>
          </a:prstGeom>
        </p:spPr>
      </p:pic>
      <p:sp>
        <p:nvSpPr>
          <p:cNvPr id="4" name="Text 1"/>
          <p:cNvSpPr/>
          <p:nvPr/>
        </p:nvSpPr>
        <p:spPr>
          <a:xfrm>
            <a:off x="731520" y="884244"/>
            <a:ext cx="10515600" cy="1005840"/>
          </a:xfrm>
          <a:prstGeom prst="rect">
            <a:avLst/>
          </a:prstGeom>
          <a:noFill/>
          <a:ln/>
        </p:spPr>
        <p:txBody>
          <a:bodyPr wrap="square"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Trust is the feature.</a:t>
            </a:r>
            <a:endParaRPr lang="en-US" sz="6000" dirty="0"/>
          </a:p>
        </p:txBody>
      </p:sp>
      <p:sp>
        <p:nvSpPr>
          <p:cNvPr id="5" name="Text 2"/>
          <p:cNvSpPr/>
          <p:nvPr/>
        </p:nvSpPr>
        <p:spPr>
          <a:xfrm>
            <a:off x="777240" y="2145922"/>
            <a:ext cx="9601200" cy="1005840"/>
          </a:xfrm>
          <a:prstGeom prst="rect">
            <a:avLst/>
          </a:prstGeom>
          <a:noFill/>
          <a:ln/>
        </p:spPr>
        <p:txBody>
          <a:bodyPr wrap="square" rtlCol="0" anchor="ctr"/>
          <a:lstStyle/>
          <a:p>
            <a:pPr marL="0" indent="0">
              <a:lnSpc>
                <a:spcPct val="120000"/>
              </a:lnSpc>
              <a:buNone/>
            </a:pPr>
            <a:r>
              <a:rPr lang="en-US" sz="2000" dirty="0">
                <a:solidFill>
                  <a:srgbClr val="99F6E4"/>
                </a:solidFill>
                <a:latin typeface="Calibri" pitchFamily="34" charset="0"/>
                <a:ea typeface="Calibri" pitchFamily="34" charset="-122"/>
                <a:cs typeface="Calibri" pitchFamily="34" charset="-120"/>
              </a:rPr>
              <a:t>RS-VQA answers questions about satellite imagery, shows its evidence, and knows when to abstain — privately, on a laptop, for free per query.</a:t>
            </a:r>
            <a:endParaRPr lang="en-US" sz="2000" dirty="0"/>
          </a:p>
        </p:txBody>
      </p:sp>
      <p:sp>
        <p:nvSpPr>
          <p:cNvPr id="6" name="Text 3"/>
          <p:cNvSpPr/>
          <p:nvPr/>
        </p:nvSpPr>
        <p:spPr>
          <a:xfrm>
            <a:off x="777240" y="3032598"/>
            <a:ext cx="9601200" cy="640080"/>
          </a:xfrm>
          <a:prstGeom prst="rect">
            <a:avLst/>
          </a:prstGeom>
          <a:noFill/>
          <a:ln/>
        </p:spPr>
        <p:txBody>
          <a:bodyPr wrap="square" rtlCol="0" anchor="ctr"/>
          <a:lstStyle/>
          <a:p>
            <a:pPr marL="0" indent="0">
              <a:lnSpc>
                <a:spcPct val="110000"/>
              </a:lnSpc>
              <a:buNone/>
            </a:pPr>
            <a:r>
              <a:rPr lang="en-US" sz="1600" dirty="0">
                <a:solidFill>
                  <a:srgbClr val="9FB0CC"/>
                </a:solidFill>
                <a:latin typeface="Calibri" pitchFamily="34" charset="0"/>
                <a:ea typeface="Calibri" pitchFamily="34" charset="-122"/>
                <a:cs typeface="Calibri" pitchFamily="34" charset="-120"/>
              </a:rPr>
              <a:t>Next: a remote-sensing-tuned detector to make the evidence sharper — and a domain pilot on your imagery.</a:t>
            </a:r>
            <a:endParaRPr lang="en-US" sz="1600" dirty="0"/>
          </a:p>
        </p:txBody>
      </p:sp>
      <p:sp>
        <p:nvSpPr>
          <p:cNvPr id="7" name="Text 4"/>
          <p:cNvSpPr/>
          <p:nvPr/>
        </p:nvSpPr>
        <p:spPr>
          <a:xfrm>
            <a:off x="4270442" y="5954301"/>
            <a:ext cx="7648859" cy="457200"/>
          </a:xfrm>
          <a:prstGeom prst="rect">
            <a:avLst/>
          </a:prstGeom>
          <a:noFill/>
          <a:ln/>
        </p:spPr>
        <p:txBody>
          <a:bodyPr wrap="square" rtlCol="0" anchor="ctr"/>
          <a:lstStyle/>
          <a:p>
            <a:pPr marL="0" indent="0">
              <a:buNone/>
            </a:pPr>
            <a:r>
              <a:rPr lang="en-US" sz="1300" i="1" dirty="0">
                <a:solidFill>
                  <a:srgbClr val="E6EDF7"/>
                </a:solidFill>
                <a:latin typeface="Calibri" pitchFamily="34" charset="0"/>
                <a:ea typeface="Calibri" pitchFamily="34" charset="-122"/>
                <a:cs typeface="Calibri" pitchFamily="34" charset="-120"/>
              </a:rPr>
              <a:t>Atharva Uday Kalase  ·  RS-VQA (FM-12a)  ·  Where would reliable satellite Q&amp;A create the most value for you?</a:t>
            </a:r>
            <a:endParaRPr lang="en-US" sz="1300" dirty="0"/>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1475</Words>
  <Application>Microsoft Office PowerPoint</Application>
  <PresentationFormat>Widescreen</PresentationFormat>
  <Paragraphs>110</Paragraphs>
  <Slides>9</Slides>
  <Notes>9</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Atharva Kalase</cp:lastModifiedBy>
  <cp:revision>1</cp:revision>
  <dcterms:created xsi:type="dcterms:W3CDTF">2026-08-25T20:10:31Z</dcterms:created>
  <dcterms:modified xsi:type="dcterms:W3CDTF">2026-08-25T21:18:34Z</dcterms:modified>
</cp:coreProperties>
</file>